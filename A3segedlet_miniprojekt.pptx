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77" r:id="rId4"/>
    <p:sldMasterId id="2147484376" r:id="rId5"/>
    <p:sldMasterId id="2147484375" r:id="rId6"/>
    <p:sldMasterId id="2147484278" r:id="rId7"/>
    <p:sldMasterId id="2147484390" r:id="rId8"/>
    <p:sldMasterId id="2147484414" r:id="rId9"/>
  </p:sldMasterIdLst>
  <p:notesMasterIdLst>
    <p:notesMasterId r:id="rId15"/>
  </p:notesMasterIdLst>
  <p:handoutMasterIdLst>
    <p:handoutMasterId r:id="rId16"/>
  </p:handoutMasterIdLst>
  <p:sldIdLst>
    <p:sldId id="3537" r:id="rId10"/>
    <p:sldId id="3559" r:id="rId11"/>
    <p:sldId id="3560" r:id="rId12"/>
    <p:sldId id="3561" r:id="rId13"/>
    <p:sldId id="3562" r:id="rId14"/>
  </p:sldIdLst>
  <p:sldSz cx="9601200" cy="12801600" type="A3"/>
  <p:notesSz cx="6808788" cy="9940925"/>
  <p:defaultTextStyle>
    <a:defPPr>
      <a:defRPr lang="en-US"/>
    </a:defPPr>
    <a:lvl1pPr marL="0" algn="l" defTabSz="1075123" rtl="0" eaLnBrk="1" latinLnBrk="0" hangingPunct="1">
      <a:defRPr sz="2117" kern="1200">
        <a:solidFill>
          <a:schemeClr val="tx1"/>
        </a:solidFill>
        <a:latin typeface="+mn-lt"/>
        <a:ea typeface="+mn-ea"/>
        <a:cs typeface="+mn-cs"/>
      </a:defRPr>
    </a:lvl1pPr>
    <a:lvl2pPr marL="537561" algn="l" defTabSz="1075123" rtl="0" eaLnBrk="1" latinLnBrk="0" hangingPunct="1">
      <a:defRPr sz="2117" kern="1200">
        <a:solidFill>
          <a:schemeClr val="tx1"/>
        </a:solidFill>
        <a:latin typeface="+mn-lt"/>
        <a:ea typeface="+mn-ea"/>
        <a:cs typeface="+mn-cs"/>
      </a:defRPr>
    </a:lvl2pPr>
    <a:lvl3pPr marL="1075123" algn="l" defTabSz="1075123" rtl="0" eaLnBrk="1" latinLnBrk="0" hangingPunct="1">
      <a:defRPr sz="2117" kern="1200">
        <a:solidFill>
          <a:schemeClr val="tx1"/>
        </a:solidFill>
        <a:latin typeface="+mn-lt"/>
        <a:ea typeface="+mn-ea"/>
        <a:cs typeface="+mn-cs"/>
      </a:defRPr>
    </a:lvl3pPr>
    <a:lvl4pPr marL="1612684" algn="l" defTabSz="1075123" rtl="0" eaLnBrk="1" latinLnBrk="0" hangingPunct="1">
      <a:defRPr sz="2117" kern="1200">
        <a:solidFill>
          <a:schemeClr val="tx1"/>
        </a:solidFill>
        <a:latin typeface="+mn-lt"/>
        <a:ea typeface="+mn-ea"/>
        <a:cs typeface="+mn-cs"/>
      </a:defRPr>
    </a:lvl4pPr>
    <a:lvl5pPr marL="2150246" algn="l" defTabSz="1075123" rtl="0" eaLnBrk="1" latinLnBrk="0" hangingPunct="1">
      <a:defRPr sz="2117" kern="1200">
        <a:solidFill>
          <a:schemeClr val="tx1"/>
        </a:solidFill>
        <a:latin typeface="+mn-lt"/>
        <a:ea typeface="+mn-ea"/>
        <a:cs typeface="+mn-cs"/>
      </a:defRPr>
    </a:lvl5pPr>
    <a:lvl6pPr marL="2687807" algn="l" defTabSz="1075123" rtl="0" eaLnBrk="1" latinLnBrk="0" hangingPunct="1">
      <a:defRPr sz="2117" kern="1200">
        <a:solidFill>
          <a:schemeClr val="tx1"/>
        </a:solidFill>
        <a:latin typeface="+mn-lt"/>
        <a:ea typeface="+mn-ea"/>
        <a:cs typeface="+mn-cs"/>
      </a:defRPr>
    </a:lvl6pPr>
    <a:lvl7pPr marL="3225369" algn="l" defTabSz="1075123" rtl="0" eaLnBrk="1" latinLnBrk="0" hangingPunct="1">
      <a:defRPr sz="2117" kern="1200">
        <a:solidFill>
          <a:schemeClr val="tx1"/>
        </a:solidFill>
        <a:latin typeface="+mn-lt"/>
        <a:ea typeface="+mn-ea"/>
        <a:cs typeface="+mn-cs"/>
      </a:defRPr>
    </a:lvl7pPr>
    <a:lvl8pPr marL="3762930" algn="l" defTabSz="1075123" rtl="0" eaLnBrk="1" latinLnBrk="0" hangingPunct="1">
      <a:defRPr sz="2117" kern="1200">
        <a:solidFill>
          <a:schemeClr val="tx1"/>
        </a:solidFill>
        <a:latin typeface="+mn-lt"/>
        <a:ea typeface="+mn-ea"/>
        <a:cs typeface="+mn-cs"/>
      </a:defRPr>
    </a:lvl8pPr>
    <a:lvl9pPr marL="4300492" algn="l" defTabSz="1075123" rtl="0" eaLnBrk="1" latinLnBrk="0" hangingPunct="1">
      <a:defRPr sz="2117"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31" userDrawn="1">
          <p15:clr>
            <a:srgbClr val="A4A3A4"/>
          </p15:clr>
        </p15:guide>
        <p15:guide id="2" pos="214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B82F"/>
    <a:srgbClr val="7C7C7C"/>
    <a:srgbClr val="919191"/>
    <a:srgbClr val="F7F7F7"/>
    <a:srgbClr val="FFFFFF"/>
    <a:srgbClr val="A3700C"/>
    <a:srgbClr val="DB9504"/>
    <a:srgbClr val="B5BABF"/>
    <a:srgbClr val="FAB01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8FB837D-C827-4EFA-A057-4D05807E0F7C}" styleName="Téma alapján készült stílus 1 – 6. jelölőszín">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1406" y="24"/>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31"/>
        <p:guide pos="2145"/>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1.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50476" cy="498772"/>
          </a:xfrm>
          <a:prstGeom prst="rect">
            <a:avLst/>
          </a:prstGeom>
        </p:spPr>
        <p:txBody>
          <a:bodyPr vert="horz" lIns="91398" tIns="45698" rIns="91398" bIns="45698" rtlCol="0"/>
          <a:lstStyle>
            <a:lvl1pPr algn="l">
              <a:defRPr sz="1200"/>
            </a:lvl1pPr>
          </a:lstStyle>
          <a:p>
            <a:endParaRPr lang="en-US" b="1">
              <a:latin typeface="Arial" panose="020B0604020202020204" pitchFamily="34" charset="0"/>
            </a:endParaRPr>
          </a:p>
        </p:txBody>
      </p:sp>
      <p:sp>
        <p:nvSpPr>
          <p:cNvPr id="3" name="Date Placeholder 2"/>
          <p:cNvSpPr>
            <a:spLocks noGrp="1"/>
          </p:cNvSpPr>
          <p:nvPr>
            <p:ph type="dt" sz="quarter" idx="1"/>
          </p:nvPr>
        </p:nvSpPr>
        <p:spPr>
          <a:xfrm>
            <a:off x="3856738" y="1"/>
            <a:ext cx="2950476" cy="498772"/>
          </a:xfrm>
          <a:prstGeom prst="rect">
            <a:avLst/>
          </a:prstGeom>
        </p:spPr>
        <p:txBody>
          <a:bodyPr vert="horz" lIns="91398" tIns="45698" rIns="91398" bIns="45698" rtlCol="0"/>
          <a:lstStyle>
            <a:lvl1pPr algn="r">
              <a:defRPr sz="1200"/>
            </a:lvl1pPr>
          </a:lstStyle>
          <a:p>
            <a:fld id="{A6018781-FBF9-354C-A025-C49C596164BA}" type="datetimeFigureOut">
              <a:rPr lang="en-US" b="1" smtClean="0">
                <a:latin typeface="Arial" panose="020B0604020202020204" pitchFamily="34" charset="0"/>
              </a:rPr>
              <a:t>11/3/2025</a:t>
            </a:fld>
            <a:endParaRPr lang="en-US" b="1">
              <a:latin typeface="Arial" panose="020B0604020202020204" pitchFamily="34" charset="0"/>
            </a:endParaRPr>
          </a:p>
        </p:txBody>
      </p:sp>
      <p:sp>
        <p:nvSpPr>
          <p:cNvPr id="4" name="Footer Placeholder 3"/>
          <p:cNvSpPr>
            <a:spLocks noGrp="1"/>
          </p:cNvSpPr>
          <p:nvPr>
            <p:ph type="ftr" sz="quarter" idx="2"/>
          </p:nvPr>
        </p:nvSpPr>
        <p:spPr>
          <a:xfrm>
            <a:off x="0" y="9442154"/>
            <a:ext cx="2950476" cy="498771"/>
          </a:xfrm>
          <a:prstGeom prst="rect">
            <a:avLst/>
          </a:prstGeom>
        </p:spPr>
        <p:txBody>
          <a:bodyPr vert="horz" lIns="91398" tIns="45698" rIns="91398" bIns="45698" rtlCol="0" anchor="b"/>
          <a:lstStyle>
            <a:lvl1pPr algn="l">
              <a:defRPr sz="1200"/>
            </a:lvl1pPr>
          </a:lstStyle>
          <a:p>
            <a:endParaRPr lang="en-US" b="1">
              <a:latin typeface="Arial" panose="020B0604020202020204" pitchFamily="34" charset="0"/>
            </a:endParaRPr>
          </a:p>
        </p:txBody>
      </p:sp>
      <p:sp>
        <p:nvSpPr>
          <p:cNvPr id="5" name="Slide Number Placeholder 4"/>
          <p:cNvSpPr>
            <a:spLocks noGrp="1"/>
          </p:cNvSpPr>
          <p:nvPr>
            <p:ph type="sldNum" sz="quarter" idx="3"/>
          </p:nvPr>
        </p:nvSpPr>
        <p:spPr>
          <a:xfrm>
            <a:off x="3856738" y="9442154"/>
            <a:ext cx="2950476" cy="498771"/>
          </a:xfrm>
          <a:prstGeom prst="rect">
            <a:avLst/>
          </a:prstGeom>
        </p:spPr>
        <p:txBody>
          <a:bodyPr vert="horz" lIns="91398" tIns="45698" rIns="91398" bIns="45698" rtlCol="0" anchor="b"/>
          <a:lstStyle>
            <a:lvl1pPr algn="r">
              <a:defRPr sz="1200"/>
            </a:lvl1pPr>
          </a:lstStyle>
          <a:p>
            <a:fld id="{F8F4EF74-8826-BD43-B880-7A8566D08AFF}" type="slidenum">
              <a:rPr lang="en-US" b="1" smtClean="0">
                <a:latin typeface="Arial" panose="020B0604020202020204" pitchFamily="34" charset="0"/>
              </a:rPr>
              <a:t>‹#›</a:t>
            </a:fld>
            <a:endParaRPr lang="en-US" b="1">
              <a:latin typeface="Arial" panose="020B0604020202020204" pitchFamily="34" charset="0"/>
            </a:endParaRPr>
          </a:p>
        </p:txBody>
      </p:sp>
    </p:spTree>
    <p:extLst>
      <p:ext uri="{BB962C8B-B14F-4D97-AF65-F5344CB8AC3E}">
        <p14:creationId xmlns:p14="http://schemas.microsoft.com/office/powerpoint/2010/main" val="246240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50476" cy="498772"/>
          </a:xfrm>
          <a:prstGeom prst="rect">
            <a:avLst/>
          </a:prstGeom>
        </p:spPr>
        <p:txBody>
          <a:bodyPr vert="horz" lIns="91398" tIns="45698" rIns="91398" bIns="45698" rtlCol="0"/>
          <a:lstStyle>
            <a:lvl1pPr algn="l">
              <a:defRPr sz="1200" b="1" i="0">
                <a:latin typeface="Arial" panose="020B0604020202020204" pitchFamily="34" charset="0"/>
              </a:defRPr>
            </a:lvl1pPr>
          </a:lstStyle>
          <a:p>
            <a:endParaRPr lang="en-US"/>
          </a:p>
        </p:txBody>
      </p:sp>
      <p:sp>
        <p:nvSpPr>
          <p:cNvPr id="3" name="Date Placeholder 2"/>
          <p:cNvSpPr>
            <a:spLocks noGrp="1"/>
          </p:cNvSpPr>
          <p:nvPr>
            <p:ph type="dt" idx="1"/>
          </p:nvPr>
        </p:nvSpPr>
        <p:spPr>
          <a:xfrm>
            <a:off x="3856738" y="1"/>
            <a:ext cx="2950476" cy="498772"/>
          </a:xfrm>
          <a:prstGeom prst="rect">
            <a:avLst/>
          </a:prstGeom>
        </p:spPr>
        <p:txBody>
          <a:bodyPr vert="horz" lIns="91398" tIns="45698" rIns="91398" bIns="45698" rtlCol="0"/>
          <a:lstStyle>
            <a:lvl1pPr algn="r">
              <a:defRPr sz="1200" b="1" i="0">
                <a:latin typeface="Arial" panose="020B0604020202020204" pitchFamily="34" charset="0"/>
              </a:defRPr>
            </a:lvl1pPr>
          </a:lstStyle>
          <a:p>
            <a:fld id="{108FFD40-13C9-7B48-A0BE-E251E1E33FE5}" type="datetimeFigureOut">
              <a:rPr lang="en-US" smtClean="0"/>
              <a:pPr/>
              <a:t>11/3/2025</a:t>
            </a:fld>
            <a:endParaRPr lang="en-US"/>
          </a:p>
        </p:txBody>
      </p:sp>
      <p:sp>
        <p:nvSpPr>
          <p:cNvPr id="4" name="Slide Image Placeholder 3"/>
          <p:cNvSpPr>
            <a:spLocks noGrp="1" noRot="1" noChangeAspect="1"/>
          </p:cNvSpPr>
          <p:nvPr>
            <p:ph type="sldImg" idx="2"/>
          </p:nvPr>
        </p:nvSpPr>
        <p:spPr>
          <a:xfrm>
            <a:off x="2146300" y="1243013"/>
            <a:ext cx="2516188" cy="3355975"/>
          </a:xfrm>
          <a:prstGeom prst="rect">
            <a:avLst/>
          </a:prstGeom>
          <a:noFill/>
          <a:ln w="12700">
            <a:solidFill>
              <a:prstClr val="black"/>
            </a:solidFill>
          </a:ln>
        </p:spPr>
        <p:txBody>
          <a:bodyPr vert="horz" lIns="91398" tIns="45698" rIns="91398" bIns="45698" rtlCol="0" anchor="ctr"/>
          <a:lstStyle/>
          <a:p>
            <a:endParaRPr lang="en-US"/>
          </a:p>
        </p:txBody>
      </p:sp>
      <p:sp>
        <p:nvSpPr>
          <p:cNvPr id="5" name="Notes Placeholder 4"/>
          <p:cNvSpPr>
            <a:spLocks noGrp="1"/>
          </p:cNvSpPr>
          <p:nvPr>
            <p:ph type="body" sz="quarter" idx="3"/>
          </p:nvPr>
        </p:nvSpPr>
        <p:spPr>
          <a:xfrm>
            <a:off x="680879" y="4784071"/>
            <a:ext cx="5447030" cy="3914239"/>
          </a:xfrm>
          <a:prstGeom prst="rect">
            <a:avLst/>
          </a:prstGeom>
        </p:spPr>
        <p:txBody>
          <a:bodyPr vert="horz" lIns="91398" tIns="45698" rIns="91398" bIns="4569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2154"/>
            <a:ext cx="2950476" cy="498771"/>
          </a:xfrm>
          <a:prstGeom prst="rect">
            <a:avLst/>
          </a:prstGeom>
        </p:spPr>
        <p:txBody>
          <a:bodyPr vert="horz" lIns="91398" tIns="45698" rIns="91398" bIns="45698" rtlCol="0" anchor="b"/>
          <a:lstStyle>
            <a:lvl1pPr algn="l">
              <a:defRPr sz="1200" b="1"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56738" y="9442154"/>
            <a:ext cx="2950476" cy="498771"/>
          </a:xfrm>
          <a:prstGeom prst="rect">
            <a:avLst/>
          </a:prstGeom>
        </p:spPr>
        <p:txBody>
          <a:bodyPr vert="horz" lIns="91398" tIns="45698" rIns="91398" bIns="45698" rtlCol="0" anchor="b"/>
          <a:lstStyle>
            <a:lvl1pPr algn="r">
              <a:defRPr sz="1200" b="1" i="0">
                <a:latin typeface="Arial" panose="020B0604020202020204" pitchFamily="34" charset="0"/>
              </a:defRPr>
            </a:lvl1pPr>
          </a:lstStyle>
          <a:p>
            <a:fld id="{6F8E2375-F1B1-284C-A827-B0E603FDBDD8}" type="slidenum">
              <a:rPr lang="en-US" smtClean="0"/>
              <a:pPr/>
              <a:t>‹#›</a:t>
            </a:fld>
            <a:endParaRPr lang="en-US"/>
          </a:p>
        </p:txBody>
      </p:sp>
    </p:spTree>
    <p:extLst>
      <p:ext uri="{BB962C8B-B14F-4D97-AF65-F5344CB8AC3E}">
        <p14:creationId xmlns:p14="http://schemas.microsoft.com/office/powerpoint/2010/main" val="938444280"/>
      </p:ext>
    </p:extLst>
  </p:cSld>
  <p:clrMap bg1="lt1" tx1="dk1" bg2="lt2" tx2="dk2" accent1="accent1" accent2="accent2" accent3="accent3" accent4="accent4" accent5="accent5" accent6="accent6" hlink="hlink" folHlink="folHlink"/>
  <p:notesStyle>
    <a:lvl1pPr marL="0" algn="l" defTabSz="1075206" rtl="0" eaLnBrk="1" latinLnBrk="0" hangingPunct="1">
      <a:defRPr sz="1411" b="1" i="0" kern="1200">
        <a:solidFill>
          <a:schemeClr val="tx1"/>
        </a:solidFill>
        <a:latin typeface="Arial" panose="020B0604020202020204" pitchFamily="34" charset="0"/>
        <a:ea typeface="+mn-ea"/>
        <a:cs typeface="+mn-cs"/>
      </a:defRPr>
    </a:lvl1pPr>
    <a:lvl2pPr marL="537603" algn="l" defTabSz="1075206" rtl="0" eaLnBrk="1" latinLnBrk="0" hangingPunct="1">
      <a:defRPr sz="1411" b="1" i="0" kern="1200">
        <a:solidFill>
          <a:schemeClr val="tx1"/>
        </a:solidFill>
        <a:latin typeface="Arial" panose="020B0604020202020204" pitchFamily="34" charset="0"/>
        <a:ea typeface="+mn-ea"/>
        <a:cs typeface="+mn-cs"/>
      </a:defRPr>
    </a:lvl2pPr>
    <a:lvl3pPr marL="1075206" algn="l" defTabSz="1075206" rtl="0" eaLnBrk="1" latinLnBrk="0" hangingPunct="1">
      <a:defRPr sz="1411" b="1" i="0" kern="1200">
        <a:solidFill>
          <a:schemeClr val="tx1"/>
        </a:solidFill>
        <a:latin typeface="Arial" panose="020B0604020202020204" pitchFamily="34" charset="0"/>
        <a:ea typeface="+mn-ea"/>
        <a:cs typeface="+mn-cs"/>
      </a:defRPr>
    </a:lvl3pPr>
    <a:lvl4pPr marL="1612808" algn="l" defTabSz="1075206" rtl="0" eaLnBrk="1" latinLnBrk="0" hangingPunct="1">
      <a:defRPr sz="1411" b="1" i="0" kern="1200">
        <a:solidFill>
          <a:schemeClr val="tx1"/>
        </a:solidFill>
        <a:latin typeface="Arial" panose="020B0604020202020204" pitchFamily="34" charset="0"/>
        <a:ea typeface="+mn-ea"/>
        <a:cs typeface="+mn-cs"/>
      </a:defRPr>
    </a:lvl4pPr>
    <a:lvl5pPr marL="2150411" algn="l" defTabSz="1075206" rtl="0" eaLnBrk="1" latinLnBrk="0" hangingPunct="1">
      <a:defRPr sz="1411" b="1" i="0" kern="1200">
        <a:solidFill>
          <a:schemeClr val="tx1"/>
        </a:solidFill>
        <a:latin typeface="Arial" panose="020B0604020202020204" pitchFamily="34" charset="0"/>
        <a:ea typeface="+mn-ea"/>
        <a:cs typeface="+mn-cs"/>
      </a:defRPr>
    </a:lvl5pPr>
    <a:lvl6pPr marL="2688014" algn="l" defTabSz="1075206" rtl="0" eaLnBrk="1" latinLnBrk="0" hangingPunct="1">
      <a:defRPr sz="1411" kern="1200">
        <a:solidFill>
          <a:schemeClr val="tx1"/>
        </a:solidFill>
        <a:latin typeface="+mn-lt"/>
        <a:ea typeface="+mn-ea"/>
        <a:cs typeface="+mn-cs"/>
      </a:defRPr>
    </a:lvl6pPr>
    <a:lvl7pPr marL="3225615" algn="l" defTabSz="1075206" rtl="0" eaLnBrk="1" latinLnBrk="0" hangingPunct="1">
      <a:defRPr sz="1411" kern="1200">
        <a:solidFill>
          <a:schemeClr val="tx1"/>
        </a:solidFill>
        <a:latin typeface="+mn-lt"/>
        <a:ea typeface="+mn-ea"/>
        <a:cs typeface="+mn-cs"/>
      </a:defRPr>
    </a:lvl7pPr>
    <a:lvl8pPr marL="3763218" algn="l" defTabSz="1075206" rtl="0" eaLnBrk="1" latinLnBrk="0" hangingPunct="1">
      <a:defRPr sz="1411" kern="1200">
        <a:solidFill>
          <a:schemeClr val="tx1"/>
        </a:solidFill>
        <a:latin typeface="+mn-lt"/>
        <a:ea typeface="+mn-ea"/>
        <a:cs typeface="+mn-cs"/>
      </a:defRPr>
    </a:lvl8pPr>
    <a:lvl9pPr marL="4300822" algn="l" defTabSz="1075206" rtl="0" eaLnBrk="1" latinLnBrk="0" hangingPunct="1">
      <a:defRPr sz="141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146300" y="1243013"/>
            <a:ext cx="2516188" cy="3355975"/>
          </a:xfrm>
        </p:spPr>
      </p:sp>
      <p:sp>
        <p:nvSpPr>
          <p:cNvPr id="3" name="Jegyzetek helye 2"/>
          <p:cNvSpPr>
            <a:spLocks noGrp="1"/>
          </p:cNvSpPr>
          <p:nvPr>
            <p:ph type="body" idx="1"/>
          </p:nvPr>
        </p:nvSpPr>
        <p:spPr/>
        <p:txBody>
          <a:bodyPr/>
          <a:lstStyle/>
          <a:p>
            <a:endParaRPr lang="hu-HU" b="0"/>
          </a:p>
        </p:txBody>
      </p:sp>
      <p:sp>
        <p:nvSpPr>
          <p:cNvPr id="4" name="Dia számának helye 3"/>
          <p:cNvSpPr>
            <a:spLocks noGrp="1"/>
          </p:cNvSpPr>
          <p:nvPr>
            <p:ph type="sldNum" sz="quarter" idx="5"/>
          </p:nvPr>
        </p:nvSpPr>
        <p:spPr/>
        <p:txBody>
          <a:bodyPr/>
          <a:lstStyle/>
          <a:p>
            <a:fld id="{6F8E2375-F1B1-284C-A827-B0E603FDBDD8}" type="slidenum">
              <a:rPr lang="en-US" smtClean="0"/>
              <a:pPr/>
              <a:t>1</a:t>
            </a:fld>
            <a:endParaRPr lang="en-US"/>
          </a:p>
        </p:txBody>
      </p:sp>
    </p:spTree>
    <p:extLst>
      <p:ext uri="{BB962C8B-B14F-4D97-AF65-F5344CB8AC3E}">
        <p14:creationId xmlns:p14="http://schemas.microsoft.com/office/powerpoint/2010/main" val="758530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146300" y="1243013"/>
            <a:ext cx="2516188" cy="3355975"/>
          </a:xfrm>
        </p:spPr>
      </p:sp>
      <p:sp>
        <p:nvSpPr>
          <p:cNvPr id="3" name="Jegyzetek helye 2"/>
          <p:cNvSpPr>
            <a:spLocks noGrp="1"/>
          </p:cNvSpPr>
          <p:nvPr>
            <p:ph type="body" idx="1"/>
          </p:nvPr>
        </p:nvSpPr>
        <p:spPr/>
        <p:txBody>
          <a:bodyPr/>
          <a:lstStyle/>
          <a:p>
            <a:endParaRPr lang="hu-HU" b="0"/>
          </a:p>
        </p:txBody>
      </p:sp>
      <p:sp>
        <p:nvSpPr>
          <p:cNvPr id="4" name="Dia számának helye 3"/>
          <p:cNvSpPr>
            <a:spLocks noGrp="1"/>
          </p:cNvSpPr>
          <p:nvPr>
            <p:ph type="sldNum" sz="quarter" idx="5"/>
          </p:nvPr>
        </p:nvSpPr>
        <p:spPr/>
        <p:txBody>
          <a:bodyPr/>
          <a:lstStyle/>
          <a:p>
            <a:fld id="{6F8E2375-F1B1-284C-A827-B0E603FDBDD8}" type="slidenum">
              <a:rPr lang="en-US" smtClean="0"/>
              <a:pPr/>
              <a:t>2</a:t>
            </a:fld>
            <a:endParaRPr lang="en-US"/>
          </a:p>
        </p:txBody>
      </p:sp>
    </p:spTree>
    <p:extLst>
      <p:ext uri="{BB962C8B-B14F-4D97-AF65-F5344CB8AC3E}">
        <p14:creationId xmlns:p14="http://schemas.microsoft.com/office/powerpoint/2010/main" val="1944630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146300" y="1243013"/>
            <a:ext cx="2516188" cy="3355975"/>
          </a:xfrm>
        </p:spPr>
      </p:sp>
      <p:sp>
        <p:nvSpPr>
          <p:cNvPr id="3" name="Jegyzetek helye 2"/>
          <p:cNvSpPr>
            <a:spLocks noGrp="1"/>
          </p:cNvSpPr>
          <p:nvPr>
            <p:ph type="body" idx="1"/>
          </p:nvPr>
        </p:nvSpPr>
        <p:spPr/>
        <p:txBody>
          <a:bodyPr/>
          <a:lstStyle/>
          <a:p>
            <a:endParaRPr lang="hu-HU" b="0"/>
          </a:p>
        </p:txBody>
      </p:sp>
      <p:sp>
        <p:nvSpPr>
          <p:cNvPr id="4" name="Dia számának helye 3"/>
          <p:cNvSpPr>
            <a:spLocks noGrp="1"/>
          </p:cNvSpPr>
          <p:nvPr>
            <p:ph type="sldNum" sz="quarter" idx="5"/>
          </p:nvPr>
        </p:nvSpPr>
        <p:spPr/>
        <p:txBody>
          <a:bodyPr/>
          <a:lstStyle/>
          <a:p>
            <a:fld id="{6F8E2375-F1B1-284C-A827-B0E603FDBDD8}" type="slidenum">
              <a:rPr lang="en-US" smtClean="0"/>
              <a:pPr/>
              <a:t>3</a:t>
            </a:fld>
            <a:endParaRPr lang="en-US"/>
          </a:p>
        </p:txBody>
      </p:sp>
    </p:spTree>
    <p:extLst>
      <p:ext uri="{BB962C8B-B14F-4D97-AF65-F5344CB8AC3E}">
        <p14:creationId xmlns:p14="http://schemas.microsoft.com/office/powerpoint/2010/main" val="2726084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146300" y="1243013"/>
            <a:ext cx="2516188" cy="3355975"/>
          </a:xfrm>
        </p:spPr>
      </p:sp>
      <p:sp>
        <p:nvSpPr>
          <p:cNvPr id="3" name="Jegyzetek helye 2"/>
          <p:cNvSpPr>
            <a:spLocks noGrp="1"/>
          </p:cNvSpPr>
          <p:nvPr>
            <p:ph type="body" idx="1"/>
          </p:nvPr>
        </p:nvSpPr>
        <p:spPr/>
        <p:txBody>
          <a:bodyPr/>
          <a:lstStyle/>
          <a:p>
            <a:endParaRPr lang="hu-HU" b="0"/>
          </a:p>
        </p:txBody>
      </p:sp>
      <p:sp>
        <p:nvSpPr>
          <p:cNvPr id="4" name="Dia számának helye 3"/>
          <p:cNvSpPr>
            <a:spLocks noGrp="1"/>
          </p:cNvSpPr>
          <p:nvPr>
            <p:ph type="sldNum" sz="quarter" idx="5"/>
          </p:nvPr>
        </p:nvSpPr>
        <p:spPr/>
        <p:txBody>
          <a:bodyPr/>
          <a:lstStyle/>
          <a:p>
            <a:fld id="{6F8E2375-F1B1-284C-A827-B0E603FDBDD8}" type="slidenum">
              <a:rPr lang="en-US" smtClean="0"/>
              <a:pPr/>
              <a:t>4</a:t>
            </a:fld>
            <a:endParaRPr lang="en-US"/>
          </a:p>
        </p:txBody>
      </p:sp>
    </p:spTree>
    <p:extLst>
      <p:ext uri="{BB962C8B-B14F-4D97-AF65-F5344CB8AC3E}">
        <p14:creationId xmlns:p14="http://schemas.microsoft.com/office/powerpoint/2010/main" val="142480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146300" y="1243013"/>
            <a:ext cx="2516188" cy="3355975"/>
          </a:xfrm>
        </p:spPr>
      </p:sp>
      <p:sp>
        <p:nvSpPr>
          <p:cNvPr id="3" name="Jegyzetek helye 2"/>
          <p:cNvSpPr>
            <a:spLocks noGrp="1"/>
          </p:cNvSpPr>
          <p:nvPr>
            <p:ph type="body" idx="1"/>
          </p:nvPr>
        </p:nvSpPr>
        <p:spPr/>
        <p:txBody>
          <a:bodyPr/>
          <a:lstStyle/>
          <a:p>
            <a:endParaRPr lang="hu-HU" b="0"/>
          </a:p>
        </p:txBody>
      </p:sp>
      <p:sp>
        <p:nvSpPr>
          <p:cNvPr id="4" name="Dia számának helye 3"/>
          <p:cNvSpPr>
            <a:spLocks noGrp="1"/>
          </p:cNvSpPr>
          <p:nvPr>
            <p:ph type="sldNum" sz="quarter" idx="5"/>
          </p:nvPr>
        </p:nvSpPr>
        <p:spPr/>
        <p:txBody>
          <a:bodyPr/>
          <a:lstStyle/>
          <a:p>
            <a:fld id="{6F8E2375-F1B1-284C-A827-B0E603FDBDD8}" type="slidenum">
              <a:rPr lang="en-US" smtClean="0"/>
              <a:pPr/>
              <a:t>5</a:t>
            </a:fld>
            <a:endParaRPr lang="en-US"/>
          </a:p>
        </p:txBody>
      </p:sp>
    </p:spTree>
    <p:extLst>
      <p:ext uri="{BB962C8B-B14F-4D97-AF65-F5344CB8AC3E}">
        <p14:creationId xmlns:p14="http://schemas.microsoft.com/office/powerpoint/2010/main" val="1457023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p:bg>
      <p:bgPr>
        <a:solidFill>
          <a:schemeClr val="tx1"/>
        </a:solidFill>
        <a:effectLst/>
      </p:bgPr>
    </p:bg>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BAC007E8-B2A6-9241-BA70-E6975DA6FB98}"/>
              </a:ext>
            </a:extLst>
          </p:cNvPr>
          <p:cNvSpPr>
            <a:spLocks noGrp="1"/>
          </p:cNvSpPr>
          <p:nvPr>
            <p:ph type="body" sz="quarter" idx="13"/>
          </p:nvPr>
        </p:nvSpPr>
        <p:spPr>
          <a:xfrm>
            <a:off x="802602" y="5034576"/>
            <a:ext cx="7995999" cy="2584028"/>
          </a:xfrm>
          <a:effectLst>
            <a:outerShdw blurRad="762000" dist="381000" dir="5400000" algn="ctr" rotWithShape="0">
              <a:schemeClr val="tx1">
                <a:lumMod val="10000"/>
                <a:alpha val="20000"/>
              </a:schemeClr>
            </a:outerShdw>
          </a:effectLst>
        </p:spPr>
        <p:txBody>
          <a:bodyPr>
            <a:noAutofit/>
          </a:bodyPr>
          <a:lstStyle>
            <a:lvl1pPr algn="ctr" defTabSz="514314" rtl="0" eaLnBrk="1" latinLnBrk="0" hangingPunct="1">
              <a:lnSpc>
                <a:spcPct val="80000"/>
              </a:lnSpc>
              <a:spcBef>
                <a:spcPct val="0"/>
              </a:spcBef>
              <a:buNone/>
              <a:defRPr lang="en-GB" sz="4050"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1pPr>
            <a:lvl2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2pPr>
            <a:lvl3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3pPr>
            <a:lvl4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4pPr>
            <a:lvl5pPr algn="ctr" defTabSz="514314" rtl="0" eaLnBrk="1" latinLnBrk="0" hangingPunct="1">
              <a:lnSpc>
                <a:spcPct val="80000"/>
              </a:lnSpc>
              <a:spcBef>
                <a:spcPct val="0"/>
              </a:spcBef>
              <a:buNone/>
              <a:defRPr lang="hu-HU" sz="3375" b="1" i="0" kern="1200" spc="-56" baseline="0" dirty="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5pPr>
          </a:lstStyle>
          <a:p>
            <a:pPr lvl="0"/>
            <a:r>
              <a:rPr lang="en-GB"/>
              <a:t>Click to edit</a:t>
            </a:r>
            <a:endParaRPr lang="hu-HU"/>
          </a:p>
        </p:txBody>
      </p:sp>
    </p:spTree>
    <p:extLst>
      <p:ext uri="{BB962C8B-B14F-4D97-AF65-F5344CB8AC3E}">
        <p14:creationId xmlns:p14="http://schemas.microsoft.com/office/powerpoint/2010/main" val="11419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Left_01">
    <p:bg>
      <p:bgPr>
        <a:solidFill>
          <a:srgbClr val="F7F7F7"/>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6BBC28CC-CC30-BC35-8E83-48D4449930A8}"/>
              </a:ext>
            </a:extLst>
          </p:cNvPr>
          <p:cNvSpPr>
            <a:spLocks noGrp="1"/>
          </p:cNvSpPr>
          <p:nvPr>
            <p:ph type="body" sz="quarter" idx="10" hasCustomPrompt="1"/>
          </p:nvPr>
        </p:nvSpPr>
        <p:spPr>
          <a:xfrm>
            <a:off x="802602"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1681468494"/>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Left_02">
    <p:bg>
      <p:bgPr>
        <a:solidFill>
          <a:srgbClr val="F7F7F7"/>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1200150" y="1767179"/>
            <a:ext cx="7207749" cy="2333044"/>
          </a:xfrm>
        </p:spPr>
        <p:txBody>
          <a:bodyPr/>
          <a:lstStyle>
            <a:lvl1pPr>
              <a:defRPr b="1" i="0">
                <a:solidFill>
                  <a:srgbClr val="FBB82F"/>
                </a:solidFill>
                <a:latin typeface="Arial Black" panose="020B0A040201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24032115"/>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Left_03">
    <p:bg>
      <p:bgPr>
        <a:solidFill>
          <a:srgbClr val="F7F7F7"/>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1597701" y="1131437"/>
            <a:ext cx="7207749" cy="2333044"/>
          </a:xfrm>
        </p:spPr>
        <p:txBody>
          <a:bodyPr/>
          <a:lstStyle>
            <a:lvl1pPr>
              <a:defRPr b="1" i="0">
                <a:solidFill>
                  <a:srgbClr val="FBB82F"/>
                </a:solidFill>
                <a:latin typeface="Arial Black" panose="020B0A040201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974854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Left_04">
    <p:bg>
      <p:bgPr>
        <a:solidFill>
          <a:srgbClr val="F7F7F7"/>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lvl1pPr>
              <a:defRPr b="1" i="0">
                <a:solidFill>
                  <a:srgbClr val="FBB82F"/>
                </a:solidFill>
                <a:latin typeface="Arial Black" panose="020B0A040201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292710329"/>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Left_05">
    <p:bg>
      <p:bgPr>
        <a:solidFill>
          <a:srgbClr val="F7F7F7"/>
        </a:solid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13867F8-78EF-D593-3EC0-FFE1D51174AB}"/>
              </a:ext>
            </a:extLst>
          </p:cNvPr>
          <p:cNvSpPr>
            <a:spLocks noGrp="1"/>
          </p:cNvSpPr>
          <p:nvPr>
            <p:ph type="body" sz="quarter" idx="11" hasCustomPrompt="1"/>
          </p:nvPr>
        </p:nvSpPr>
        <p:spPr>
          <a:xfrm>
            <a:off x="406301" y="1479026"/>
            <a:ext cx="3340834"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hu-HU"/>
              <a:t>LOREM IPSUM</a:t>
            </a:r>
          </a:p>
        </p:txBody>
      </p:sp>
    </p:spTree>
    <p:extLst>
      <p:ext uri="{BB962C8B-B14F-4D97-AF65-F5344CB8AC3E}">
        <p14:creationId xmlns:p14="http://schemas.microsoft.com/office/powerpoint/2010/main" val="216606812"/>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Left_06">
    <p:bg>
      <p:bgPr>
        <a:solidFill>
          <a:srgbClr val="F7F7F7"/>
        </a:solidFill>
        <a:effectLst/>
      </p:bgPr>
    </p:bg>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3C352F24-9FB1-B6F0-6CFD-1C9413184255}"/>
              </a:ext>
            </a:extLst>
          </p:cNvPr>
          <p:cNvSpPr>
            <a:spLocks noGrp="1"/>
          </p:cNvSpPr>
          <p:nvPr>
            <p:ph type="body" sz="quarter" idx="10" hasCustomPrompt="1"/>
          </p:nvPr>
        </p:nvSpPr>
        <p:spPr>
          <a:xfrm>
            <a:off x="802602"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798624089"/>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Left_07">
    <p:bg>
      <p:bgPr>
        <a:solidFill>
          <a:srgbClr val="F7F7F7"/>
        </a:solidFill>
        <a:effectLst/>
      </p:bgPr>
    </p:bg>
    <p:spTree>
      <p:nvGrpSpPr>
        <p:cNvPr id="1" name=""/>
        <p:cNvGrpSpPr/>
        <p:nvPr/>
      </p:nvGrpSpPr>
      <p:grpSpPr>
        <a:xfrm>
          <a:off x="0" y="0"/>
          <a:ext cx="0" cy="0"/>
          <a:chOff x="0" y="0"/>
          <a:chExt cx="0" cy="0"/>
        </a:xfrm>
      </p:grpSpPr>
      <p:sp>
        <p:nvSpPr>
          <p:cNvPr id="5" name="Body Level One…">
            <a:extLst>
              <a:ext uri="{FF2B5EF4-FFF2-40B4-BE49-F238E27FC236}">
                <a16:creationId xmlns:a16="http://schemas.microsoft.com/office/drawing/2014/main" id="{89DC26C7-42B1-C6A3-F77B-22A5CA9A8D42}"/>
              </a:ext>
            </a:extLst>
          </p:cNvPr>
          <p:cNvSpPr txBox="1">
            <a:spLocks noGrp="1"/>
          </p:cNvSpPr>
          <p:nvPr>
            <p:ph type="body" sz="half" idx="17" hasCustomPrompt="1"/>
          </p:nvPr>
        </p:nvSpPr>
        <p:spPr>
          <a:xfrm>
            <a:off x="1596451" y="2661273"/>
            <a:ext cx="5417227" cy="1093865"/>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a:t>
            </a:r>
          </a:p>
        </p:txBody>
      </p:sp>
      <p:sp>
        <p:nvSpPr>
          <p:cNvPr id="4" name="Text Placeholder 3">
            <a:extLst>
              <a:ext uri="{FF2B5EF4-FFF2-40B4-BE49-F238E27FC236}">
                <a16:creationId xmlns:a16="http://schemas.microsoft.com/office/drawing/2014/main" id="{248250C7-243F-B80F-56DA-5E9D225553A0}"/>
              </a:ext>
            </a:extLst>
          </p:cNvPr>
          <p:cNvSpPr>
            <a:spLocks noGrp="1"/>
          </p:cNvSpPr>
          <p:nvPr>
            <p:ph type="body" sz="quarter" idx="10" hasCustomPrompt="1"/>
          </p:nvPr>
        </p:nvSpPr>
        <p:spPr>
          <a:xfrm>
            <a:off x="1596451"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2538885117"/>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_Left_08">
    <p:bg>
      <p:bgPr>
        <a:solidFill>
          <a:schemeClr val="bg2"/>
        </a:solidFill>
        <a:effectLst/>
      </p:bgPr>
    </p:bg>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4E476F44-A947-2FAE-CFFA-478A452297A9}"/>
              </a:ext>
            </a:extLst>
          </p:cNvPr>
          <p:cNvSpPr>
            <a:spLocks noGrp="1"/>
          </p:cNvSpPr>
          <p:nvPr>
            <p:ph type="body" sz="quarter" idx="10" hasCustomPrompt="1"/>
          </p:nvPr>
        </p:nvSpPr>
        <p:spPr>
          <a:xfrm>
            <a:off x="802809" y="2478485"/>
            <a:ext cx="5760720" cy="1448896"/>
          </a:xfrm>
        </p:spPr>
        <p:txBody>
          <a:bodyPr>
            <a:noAutofit/>
          </a:bodyPr>
          <a:lstStyle>
            <a:lvl1pPr>
              <a:defRPr sz="2475">
                <a:solidFill>
                  <a:schemeClr val="bg2"/>
                </a:solidFill>
                <a:latin typeface="Arial Black" panose="020B0A04020102020204" pitchFamily="34" charset="0"/>
              </a:defRPr>
            </a:lvl1pPr>
          </a:lstStyle>
          <a:p>
            <a:pPr lvl="0"/>
            <a:r>
              <a:rPr lang="hu-HU"/>
              <a:t>SLIDE FŐCÍM</a:t>
            </a:r>
          </a:p>
        </p:txBody>
      </p:sp>
      <p:sp>
        <p:nvSpPr>
          <p:cNvPr id="2" name="Text Placeholder 3">
            <a:extLst>
              <a:ext uri="{FF2B5EF4-FFF2-40B4-BE49-F238E27FC236}">
                <a16:creationId xmlns:a16="http://schemas.microsoft.com/office/drawing/2014/main" id="{5CDFC21B-9464-7250-2EF5-6C5002594936}"/>
              </a:ext>
            </a:extLst>
          </p:cNvPr>
          <p:cNvSpPr>
            <a:spLocks noGrp="1"/>
          </p:cNvSpPr>
          <p:nvPr>
            <p:ph type="body" sz="quarter" idx="11" hasCustomPrompt="1"/>
          </p:nvPr>
        </p:nvSpPr>
        <p:spPr>
          <a:xfrm>
            <a:off x="802600" y="3967869"/>
            <a:ext cx="5761132" cy="640080"/>
          </a:xfrm>
        </p:spPr>
        <p:txBody>
          <a:bodyPr>
            <a:noAutofit/>
          </a:bodyPr>
          <a:lstStyle>
            <a:lvl1pPr>
              <a:defRPr sz="1014">
                <a:solidFill>
                  <a:schemeClr val="bg2"/>
                </a:solidFill>
              </a:defRPr>
            </a:lvl1pPr>
          </a:lstStyle>
          <a:p>
            <a:pPr lvl="0"/>
            <a:r>
              <a:rPr lang="en-US" err="1"/>
              <a:t>Alcím</a:t>
            </a:r>
            <a:r>
              <a:rPr lang="en-US"/>
              <a:t> </a:t>
            </a:r>
            <a:r>
              <a:rPr lang="en-US" err="1"/>
              <a:t>szerkesztése</a:t>
            </a:r>
            <a:endParaRPr lang="hu-HU"/>
          </a:p>
        </p:txBody>
      </p:sp>
    </p:spTree>
    <p:extLst>
      <p:ext uri="{BB962C8B-B14F-4D97-AF65-F5344CB8AC3E}">
        <p14:creationId xmlns:p14="http://schemas.microsoft.com/office/powerpoint/2010/main" val="547953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_Left_09">
    <p:bg>
      <p:bgPr>
        <a:solidFill>
          <a:schemeClr val="bg2"/>
        </a:solidFill>
        <a:effectLst/>
      </p:bgPr>
    </p:bg>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4E476F44-A947-2FAE-CFFA-478A452297A9}"/>
              </a:ext>
            </a:extLst>
          </p:cNvPr>
          <p:cNvSpPr>
            <a:spLocks noGrp="1"/>
          </p:cNvSpPr>
          <p:nvPr>
            <p:ph type="body" sz="quarter" idx="10" hasCustomPrompt="1"/>
          </p:nvPr>
        </p:nvSpPr>
        <p:spPr>
          <a:xfrm>
            <a:off x="802602" y="2478485"/>
            <a:ext cx="5760720" cy="1448896"/>
          </a:xfrm>
        </p:spPr>
        <p:txBody>
          <a:bodyPr>
            <a:noAutofit/>
          </a:bodyPr>
          <a:lstStyle>
            <a:lvl1pPr>
              <a:defRPr sz="2475">
                <a:solidFill>
                  <a:srgbClr val="FFFFFF"/>
                </a:solidFill>
                <a:latin typeface="Arial Black" panose="020B0A04020102020204" pitchFamily="34" charset="0"/>
              </a:defRPr>
            </a:lvl1pPr>
          </a:lstStyle>
          <a:p>
            <a:pPr lvl="0"/>
            <a:r>
              <a:rPr lang="hu-HU"/>
              <a:t>SLIDE FŐCÍM</a:t>
            </a:r>
          </a:p>
        </p:txBody>
      </p:sp>
      <p:sp>
        <p:nvSpPr>
          <p:cNvPr id="5" name="Text Placeholder 3">
            <a:extLst>
              <a:ext uri="{FF2B5EF4-FFF2-40B4-BE49-F238E27FC236}">
                <a16:creationId xmlns:a16="http://schemas.microsoft.com/office/drawing/2014/main" id="{4E4959C3-83E8-AABE-C9B7-7BD5E3178ED9}"/>
              </a:ext>
            </a:extLst>
          </p:cNvPr>
          <p:cNvSpPr>
            <a:spLocks noGrp="1"/>
          </p:cNvSpPr>
          <p:nvPr>
            <p:ph type="body" sz="quarter" idx="11" hasCustomPrompt="1"/>
          </p:nvPr>
        </p:nvSpPr>
        <p:spPr>
          <a:xfrm>
            <a:off x="802600" y="3967869"/>
            <a:ext cx="5761132" cy="640080"/>
          </a:xfrm>
        </p:spPr>
        <p:txBody>
          <a:bodyPr>
            <a:noAutofit/>
          </a:bodyPr>
          <a:lstStyle>
            <a:lvl1pPr>
              <a:defRPr sz="1014"/>
            </a:lvl1pPr>
          </a:lstStyle>
          <a:p>
            <a:pPr lvl="0"/>
            <a:r>
              <a:rPr lang="en-US" err="1"/>
              <a:t>Alcím</a:t>
            </a:r>
            <a:r>
              <a:rPr lang="en-US"/>
              <a:t> </a:t>
            </a:r>
            <a:r>
              <a:rPr lang="en-US" err="1"/>
              <a:t>szerkesztése</a:t>
            </a:r>
            <a:endParaRPr lang="hu-HU"/>
          </a:p>
        </p:txBody>
      </p:sp>
    </p:spTree>
    <p:extLst>
      <p:ext uri="{BB962C8B-B14F-4D97-AF65-F5344CB8AC3E}">
        <p14:creationId xmlns:p14="http://schemas.microsoft.com/office/powerpoint/2010/main" val="3550439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_Center_01">
    <p:bg>
      <p:bgPr>
        <a:solidFill>
          <a:srgbClr val="F7F7F7"/>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DA074762-3BA3-B89B-6309-7A9073008C8A}"/>
              </a:ext>
            </a:extLst>
          </p:cNvPr>
          <p:cNvSpPr>
            <a:spLocks noGrp="1"/>
          </p:cNvSpPr>
          <p:nvPr>
            <p:ph type="body" sz="quarter" idx="10" hasCustomPrompt="1"/>
          </p:nvPr>
        </p:nvSpPr>
        <p:spPr>
          <a:xfrm>
            <a:off x="406303" y="936960"/>
            <a:ext cx="8392299" cy="1600200"/>
          </a:xfrm>
        </p:spPr>
        <p:txBody>
          <a:bodyPr>
            <a:noAutofit/>
          </a:bodyPr>
          <a:lstStyle>
            <a:lvl1pPr algn="ctr">
              <a:defRPr sz="2024" b="1" i="0">
                <a:solidFill>
                  <a:srgbClr val="FBB82F"/>
                </a:solidFill>
                <a:latin typeface="Arial Black" panose="020B0604020202020204" pitchFamily="34" charset="0"/>
                <a:cs typeface="Arial Black" panose="020B0604020202020204" pitchFamily="34" charset="0"/>
              </a:defRPr>
            </a:lvl1pPr>
            <a:lvl2pPr algn="ctr">
              <a:defRPr sz="2024">
                <a:solidFill>
                  <a:srgbClr val="FBB82F"/>
                </a:solidFill>
              </a:defRPr>
            </a:lvl2pPr>
            <a:lvl3pPr algn="ctr">
              <a:defRPr sz="2024">
                <a:solidFill>
                  <a:srgbClr val="FBB82F"/>
                </a:solidFill>
              </a:defRPr>
            </a:lvl3pPr>
            <a:lvl4pPr algn="ctr">
              <a:defRPr sz="2024">
                <a:solidFill>
                  <a:srgbClr val="FBB82F"/>
                </a:solidFill>
              </a:defRPr>
            </a:lvl4pPr>
            <a:lvl5pPr algn="ctr">
              <a:defRPr sz="2024">
                <a:solidFill>
                  <a:srgbClr val="FBB82F"/>
                </a:solidFill>
              </a:defRPr>
            </a:lvl5pPr>
          </a:lstStyle>
          <a:p>
            <a:pPr lvl="0"/>
            <a:r>
              <a:rPr lang="en-GB"/>
              <a:t>CLICK TO EDIT</a:t>
            </a:r>
            <a:endParaRPr lang="hu-HU"/>
          </a:p>
        </p:txBody>
      </p:sp>
    </p:spTree>
    <p:extLst>
      <p:ext uri="{BB962C8B-B14F-4D97-AF65-F5344CB8AC3E}">
        <p14:creationId xmlns:p14="http://schemas.microsoft.com/office/powerpoint/2010/main" val="3569444271"/>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Center_02">
    <p:bg>
      <p:bgPr>
        <a:solidFill>
          <a:srgbClr val="F7F7F7"/>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6D3E7E7-1470-6681-1655-3ABA9F88A161}"/>
              </a:ext>
            </a:extLst>
          </p:cNvPr>
          <p:cNvSpPr>
            <a:spLocks noGrp="1"/>
          </p:cNvSpPr>
          <p:nvPr>
            <p:ph type="body" sz="quarter" idx="10" hasCustomPrompt="1"/>
          </p:nvPr>
        </p:nvSpPr>
        <p:spPr>
          <a:xfrm>
            <a:off x="406303" y="3281977"/>
            <a:ext cx="8392299" cy="1600200"/>
          </a:xfrm>
        </p:spPr>
        <p:txBody>
          <a:bodyPr>
            <a:noAutofit/>
          </a:bodyPr>
          <a:lstStyle>
            <a:lvl1pPr algn="ctr">
              <a:defRPr sz="2024" b="1" i="0">
                <a:solidFill>
                  <a:srgbClr val="FBB82F"/>
                </a:solidFill>
                <a:latin typeface="Arial Black" panose="020B0604020202020204" pitchFamily="34" charset="0"/>
                <a:cs typeface="Arial Black" panose="020B0604020202020204" pitchFamily="34" charset="0"/>
              </a:defRPr>
            </a:lvl1pPr>
            <a:lvl2pPr algn="ctr">
              <a:defRPr sz="2024">
                <a:solidFill>
                  <a:srgbClr val="FBB82F"/>
                </a:solidFill>
              </a:defRPr>
            </a:lvl2pPr>
            <a:lvl3pPr algn="ctr">
              <a:defRPr sz="2024">
                <a:solidFill>
                  <a:srgbClr val="FBB82F"/>
                </a:solidFill>
              </a:defRPr>
            </a:lvl3pPr>
            <a:lvl4pPr algn="ctr">
              <a:defRPr sz="2024">
                <a:solidFill>
                  <a:srgbClr val="FBB82F"/>
                </a:solidFill>
              </a:defRPr>
            </a:lvl4pPr>
            <a:lvl5pPr algn="ctr">
              <a:defRPr sz="2024">
                <a:solidFill>
                  <a:srgbClr val="FBB82F"/>
                </a:solidFill>
              </a:defRPr>
            </a:lvl5pPr>
          </a:lstStyle>
          <a:p>
            <a:pPr lvl="0"/>
            <a:r>
              <a:rPr lang="en-GB"/>
              <a:t>CLICK TO EDIT</a:t>
            </a:r>
            <a:endParaRPr lang="hu-HU"/>
          </a:p>
        </p:txBody>
      </p:sp>
    </p:spTree>
    <p:extLst>
      <p:ext uri="{BB962C8B-B14F-4D97-AF65-F5344CB8AC3E}">
        <p14:creationId xmlns:p14="http://schemas.microsoft.com/office/powerpoint/2010/main" val="4164829978"/>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_title_01">
    <p:bg>
      <p:bgPr>
        <a:solidFill>
          <a:srgbClr val="F7F7F7"/>
        </a:solidFill>
        <a:effectLst/>
      </p:bgPr>
    </p:bg>
    <p:spTree>
      <p:nvGrpSpPr>
        <p:cNvPr id="1" name=""/>
        <p:cNvGrpSpPr/>
        <p:nvPr/>
      </p:nvGrpSpPr>
      <p:grpSpPr>
        <a:xfrm>
          <a:off x="0" y="0"/>
          <a:ext cx="0" cy="0"/>
          <a:chOff x="0" y="0"/>
          <a:chExt cx="0" cy="0"/>
        </a:xfrm>
      </p:grpSpPr>
      <p:sp>
        <p:nvSpPr>
          <p:cNvPr id="5" name="Picture Placeholder 8"/>
          <p:cNvSpPr>
            <a:spLocks noGrp="1"/>
          </p:cNvSpPr>
          <p:nvPr>
            <p:ph type="pic" sz="quarter" idx="12"/>
          </p:nvPr>
        </p:nvSpPr>
        <p:spPr>
          <a:xfrm>
            <a:off x="4800600" y="0"/>
            <a:ext cx="48006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Text Placeholder 5">
            <a:extLst>
              <a:ext uri="{FF2B5EF4-FFF2-40B4-BE49-F238E27FC236}">
                <a16:creationId xmlns:a16="http://schemas.microsoft.com/office/drawing/2014/main" id="{BAC007E8-B2A6-9241-BA70-E6975DA6FB98}"/>
              </a:ext>
            </a:extLst>
          </p:cNvPr>
          <p:cNvSpPr>
            <a:spLocks noGrp="1"/>
          </p:cNvSpPr>
          <p:nvPr>
            <p:ph type="body" sz="quarter" idx="13"/>
          </p:nvPr>
        </p:nvSpPr>
        <p:spPr>
          <a:xfrm>
            <a:off x="802602" y="5034576"/>
            <a:ext cx="7995999" cy="2584028"/>
          </a:xfrm>
          <a:effectLst>
            <a:outerShdw blurRad="762000" dist="381000" dir="5400000" algn="ctr" rotWithShape="0">
              <a:schemeClr val="tx1">
                <a:lumMod val="10000"/>
                <a:alpha val="20000"/>
              </a:schemeClr>
            </a:outerShdw>
          </a:effectLst>
        </p:spPr>
        <p:txBody>
          <a:bodyPr>
            <a:noAutofit/>
          </a:bodyPr>
          <a:lstStyle>
            <a:lvl1pPr algn="ctr" defTabSz="514314" rtl="0" eaLnBrk="1" latinLnBrk="0" hangingPunct="1">
              <a:lnSpc>
                <a:spcPct val="80000"/>
              </a:lnSpc>
              <a:spcBef>
                <a:spcPct val="0"/>
              </a:spcBef>
              <a:buNone/>
              <a:defRPr lang="en-GB" sz="4050"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1pPr>
            <a:lvl2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2pPr>
            <a:lvl3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3pPr>
            <a:lvl4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4pPr>
            <a:lvl5pPr algn="ctr" defTabSz="514314" rtl="0" eaLnBrk="1" latinLnBrk="0" hangingPunct="1">
              <a:lnSpc>
                <a:spcPct val="80000"/>
              </a:lnSpc>
              <a:spcBef>
                <a:spcPct val="0"/>
              </a:spcBef>
              <a:buNone/>
              <a:defRPr lang="hu-HU" sz="3375" b="1" i="0" kern="1200" spc="-56" baseline="0" dirty="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5pPr>
          </a:lstStyle>
          <a:p>
            <a:pPr lvl="0"/>
            <a:r>
              <a:rPr lang="en-GB"/>
              <a:t>Click to edit</a:t>
            </a:r>
            <a:endParaRPr lang="hu-HU"/>
          </a:p>
        </p:txBody>
      </p:sp>
    </p:spTree>
    <p:extLst>
      <p:ext uri="{BB962C8B-B14F-4D97-AF65-F5344CB8AC3E}">
        <p14:creationId xmlns:p14="http://schemas.microsoft.com/office/powerpoint/2010/main" val="98273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ody_List_01">
    <p:bg>
      <p:bgPr>
        <a:solidFill>
          <a:srgbClr val="F7F7F7"/>
        </a:solidFill>
        <a:effectLst/>
      </p:bgPr>
    </p:bg>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3C352F24-9FB1-B6F0-6CFD-1C9413184255}"/>
              </a:ext>
            </a:extLst>
          </p:cNvPr>
          <p:cNvSpPr>
            <a:spLocks noGrp="1"/>
          </p:cNvSpPr>
          <p:nvPr>
            <p:ph type="body" sz="quarter" idx="10" hasCustomPrompt="1"/>
          </p:nvPr>
        </p:nvSpPr>
        <p:spPr>
          <a:xfrm>
            <a:off x="802602"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
        <p:nvSpPr>
          <p:cNvPr id="14" name="Text Placeholder 12">
            <a:extLst>
              <a:ext uri="{FF2B5EF4-FFF2-40B4-BE49-F238E27FC236}">
                <a16:creationId xmlns:a16="http://schemas.microsoft.com/office/drawing/2014/main" id="{93DC7744-CDD2-A20E-25D6-2C348293C7B0}"/>
              </a:ext>
            </a:extLst>
          </p:cNvPr>
          <p:cNvSpPr>
            <a:spLocks noGrp="1"/>
          </p:cNvSpPr>
          <p:nvPr>
            <p:ph type="body" sz="quarter" idx="11"/>
          </p:nvPr>
        </p:nvSpPr>
        <p:spPr>
          <a:xfrm>
            <a:off x="810015" y="2847767"/>
            <a:ext cx="7165896" cy="7992109"/>
          </a:xfrm>
        </p:spPr>
        <p:txBody>
          <a:bodyPr>
            <a:noAutofit/>
          </a:bodyPr>
          <a:lstStyle>
            <a:lvl1pPr marL="152701" indent="-152701">
              <a:buClr>
                <a:srgbClr val="FBB82F"/>
              </a:buClr>
              <a:buSzPct val="150000"/>
              <a:buFont typeface="System Font Regular"/>
              <a:buChar char="●"/>
              <a:tabLst/>
              <a:defRPr sz="788">
                <a:solidFill>
                  <a:schemeClr val="bg2"/>
                </a:solidFill>
              </a:defRPr>
            </a:lvl1pPr>
            <a:lvl2pPr marL="408096" indent="-178598">
              <a:buClr>
                <a:srgbClr val="323F48"/>
              </a:buClr>
              <a:buSzPct val="150000"/>
              <a:buFont typeface="System Font Regular"/>
              <a:buChar char="●"/>
              <a:tabLst/>
              <a:defRPr sz="788">
                <a:solidFill>
                  <a:schemeClr val="bg2"/>
                </a:solidFill>
              </a:defRPr>
            </a:lvl2pPr>
            <a:lvl3pPr marL="679564" indent="-178598">
              <a:buClr>
                <a:srgbClr val="FBB82F"/>
              </a:buClr>
              <a:buSzPct val="150000"/>
              <a:buFont typeface="Courier New" panose="02070309020205020404" pitchFamily="49" charset="0"/>
              <a:buChar char="o"/>
              <a:tabLst/>
              <a:defRPr sz="788">
                <a:solidFill>
                  <a:schemeClr val="bg2"/>
                </a:solidFill>
              </a:defRPr>
            </a:lvl3pPr>
            <a:lvl4pPr marL="96443" indent="-96443">
              <a:buClr>
                <a:schemeClr val="tx1"/>
              </a:buClr>
              <a:buSzPct val="200000"/>
              <a:buFont typeface="Arial" panose="020B0604020202020204" pitchFamily="34" charset="0"/>
              <a:buChar char="•"/>
              <a:defRPr sz="788"/>
            </a:lvl4pPr>
            <a:lvl5pPr marL="96443" indent="-96443">
              <a:buClr>
                <a:schemeClr val="tx1"/>
              </a:buClr>
              <a:buSzPct val="200000"/>
              <a:buFont typeface="Arial" panose="020B0604020202020204" pitchFamily="34" charset="0"/>
              <a:buChar char="•"/>
              <a:defRPr sz="788"/>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972019074"/>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dy_01">
    <p:bg>
      <p:bgPr>
        <a:solidFill>
          <a:srgbClr val="F7F7F7"/>
        </a:solidFill>
        <a:effectLst/>
      </p:bgPr>
    </p:bg>
    <p:spTree>
      <p:nvGrpSpPr>
        <p:cNvPr id="1" name=""/>
        <p:cNvGrpSpPr/>
        <p:nvPr/>
      </p:nvGrpSpPr>
      <p:grpSpPr>
        <a:xfrm>
          <a:off x="0" y="0"/>
          <a:ext cx="0" cy="0"/>
          <a:chOff x="0" y="0"/>
          <a:chExt cx="0" cy="0"/>
        </a:xfrm>
      </p:grpSpPr>
      <p:sp>
        <p:nvSpPr>
          <p:cNvPr id="5" name="Picture Placeholder 8"/>
          <p:cNvSpPr>
            <a:spLocks noGrp="1"/>
          </p:cNvSpPr>
          <p:nvPr>
            <p:ph type="pic" sz="quarter" idx="12"/>
          </p:nvPr>
        </p:nvSpPr>
        <p:spPr>
          <a:xfrm>
            <a:off x="1601167" y="4283226"/>
            <a:ext cx="2402910" cy="4248649"/>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2" name="Text Placeholder 3">
            <a:extLst>
              <a:ext uri="{FF2B5EF4-FFF2-40B4-BE49-F238E27FC236}">
                <a16:creationId xmlns:a16="http://schemas.microsoft.com/office/drawing/2014/main" id="{583D4EF2-64AE-48EF-4DA6-463273A4BECA}"/>
              </a:ext>
            </a:extLst>
          </p:cNvPr>
          <p:cNvSpPr>
            <a:spLocks noGrp="1"/>
          </p:cNvSpPr>
          <p:nvPr>
            <p:ph type="body" sz="quarter" idx="10" hasCustomPrompt="1"/>
          </p:nvPr>
        </p:nvSpPr>
        <p:spPr>
          <a:xfrm>
            <a:off x="802602"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1249396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dy_02">
    <p:bg>
      <p:bgPr>
        <a:solidFill>
          <a:srgbClr val="F7F7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90502" y="1767179"/>
            <a:ext cx="4814949" cy="2333044"/>
          </a:xfrm>
        </p:spPr>
        <p:txBody>
          <a:bodyPr/>
          <a:lstStyle>
            <a:lvl1pPr>
              <a:defRPr b="1" i="0">
                <a:solidFill>
                  <a:srgbClr val="FBB82F"/>
                </a:solidFill>
                <a:latin typeface="Arial Black" panose="020B0604020202020204" pitchFamily="34" charset="0"/>
                <a:cs typeface="Arial Black"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806070" y="0"/>
            <a:ext cx="2396832" cy="85344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823506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dy_03">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6070" y="0"/>
            <a:ext cx="2396832" cy="85344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5" name="Title 1">
            <a:extLst>
              <a:ext uri="{FF2B5EF4-FFF2-40B4-BE49-F238E27FC236}">
                <a16:creationId xmlns:a16="http://schemas.microsoft.com/office/drawing/2014/main" id="{0E67EDAE-19A5-2AC5-1D2C-8F036C8032C4}"/>
              </a:ext>
            </a:extLst>
          </p:cNvPr>
          <p:cNvSpPr>
            <a:spLocks noGrp="1"/>
          </p:cNvSpPr>
          <p:nvPr>
            <p:ph type="title"/>
          </p:nvPr>
        </p:nvSpPr>
        <p:spPr>
          <a:xfrm>
            <a:off x="3990502" y="3820583"/>
            <a:ext cx="4814949" cy="2333044"/>
          </a:xfrm>
        </p:spPr>
        <p:txBody>
          <a:bodyPr/>
          <a:lstStyle>
            <a:lvl1pPr>
              <a:defRPr b="1" i="0">
                <a:solidFill>
                  <a:srgbClr val="FBB82F"/>
                </a:solidFill>
                <a:latin typeface="Arial Black" panose="020B0604020202020204" pitchFamily="34" charset="0"/>
                <a:cs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0402439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dy_04">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0100" y="0"/>
            <a:ext cx="40005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Cím 1">
            <a:extLst>
              <a:ext uri="{FF2B5EF4-FFF2-40B4-BE49-F238E27FC236}">
                <a16:creationId xmlns:a16="http://schemas.microsoft.com/office/drawing/2014/main" id="{BDFE45B0-0747-7A32-C2A5-2058BFCC465E}"/>
              </a:ext>
            </a:extLst>
          </p:cNvPr>
          <p:cNvSpPr>
            <a:spLocks noGrp="1"/>
          </p:cNvSpPr>
          <p:nvPr>
            <p:ph type="title" hasCustomPrompt="1"/>
          </p:nvPr>
        </p:nvSpPr>
        <p:spPr>
          <a:xfrm>
            <a:off x="5598669" y="1772237"/>
            <a:ext cx="3079916" cy="1806225"/>
          </a:xfrm>
        </p:spPr>
        <p:txBody>
          <a:bodyPr anchor="t">
            <a:noAutofit/>
          </a:bodyPr>
          <a:lstStyle>
            <a:lvl1pPr>
              <a:defRPr>
                <a:solidFill>
                  <a:srgbClr val="FBB82F"/>
                </a:solidFill>
                <a:latin typeface="Arial Black" panose="020B0A04020102020204" pitchFamily="34" charset="0"/>
              </a:defRPr>
            </a:lvl1pPr>
          </a:lstStyle>
          <a:p>
            <a:r>
              <a:rPr lang="hu-HU">
                <a:solidFill>
                  <a:schemeClr val="tx2"/>
                </a:solidFill>
                <a:latin typeface="Arial Black" panose="020B0604020202020204" pitchFamily="34" charset="0"/>
                <a:cs typeface="Arial Black" panose="020B0604020202020204" pitchFamily="34" charset="0"/>
              </a:rPr>
              <a:t>KAPCSOLAT</a:t>
            </a:r>
          </a:p>
        </p:txBody>
      </p:sp>
    </p:spTree>
    <p:extLst>
      <p:ext uri="{BB962C8B-B14F-4D97-AF65-F5344CB8AC3E}">
        <p14:creationId xmlns:p14="http://schemas.microsoft.com/office/powerpoint/2010/main" val="15483781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dy_06">
    <p:bg>
      <p:bgPr>
        <a:solidFill>
          <a:srgbClr val="F7F7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FBB82F"/>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Picture Placeholder 8"/>
          <p:cNvSpPr>
            <a:spLocks noGrp="1"/>
          </p:cNvSpPr>
          <p:nvPr>
            <p:ph type="pic" sz="quarter" idx="14"/>
          </p:nvPr>
        </p:nvSpPr>
        <p:spPr>
          <a:xfrm>
            <a:off x="800100" y="8534400"/>
            <a:ext cx="8801100"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2564283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ody_07">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5600700" y="0"/>
            <a:ext cx="40005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5" name="Title 5">
            <a:extLst>
              <a:ext uri="{FF2B5EF4-FFF2-40B4-BE49-F238E27FC236}">
                <a16:creationId xmlns:a16="http://schemas.microsoft.com/office/drawing/2014/main" id="{5B326CF6-9D29-D174-17F7-3880660EEEC4}"/>
              </a:ext>
            </a:extLst>
          </p:cNvPr>
          <p:cNvSpPr>
            <a:spLocks noGrp="1"/>
          </p:cNvSpPr>
          <p:nvPr>
            <p:ph type="title"/>
          </p:nvPr>
        </p:nvSpPr>
        <p:spPr>
          <a:xfrm>
            <a:off x="1196727" y="1767179"/>
            <a:ext cx="7207749" cy="2333044"/>
          </a:xfrm>
        </p:spPr>
        <p:txBody>
          <a:bodyPr/>
          <a:lstStyle>
            <a:lvl1pPr>
              <a:defRPr b="1" i="0">
                <a:solidFill>
                  <a:srgbClr val="FBB82F"/>
                </a:solidFill>
                <a:latin typeface="Arial Black" panose="020B0A040201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219391491"/>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ody_08">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0100" y="0"/>
            <a:ext cx="40005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Text Placeholder 3">
            <a:extLst>
              <a:ext uri="{FF2B5EF4-FFF2-40B4-BE49-F238E27FC236}">
                <a16:creationId xmlns:a16="http://schemas.microsoft.com/office/drawing/2014/main" id="{09366AF2-5ABD-4636-78AA-2818CB319854}"/>
              </a:ext>
            </a:extLst>
          </p:cNvPr>
          <p:cNvSpPr>
            <a:spLocks noGrp="1"/>
          </p:cNvSpPr>
          <p:nvPr>
            <p:ph type="body" sz="quarter" idx="10" hasCustomPrompt="1"/>
          </p:nvPr>
        </p:nvSpPr>
        <p:spPr>
          <a:xfrm>
            <a:off x="5592701" y="2113451"/>
            <a:ext cx="3212749" cy="2402669"/>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hu-HU"/>
              <a:t>JOBBRA RENDEZETT SZÖVEG</a:t>
            </a:r>
          </a:p>
        </p:txBody>
      </p:sp>
      <p:sp>
        <p:nvSpPr>
          <p:cNvPr id="11" name="Body Level One…">
            <a:extLst>
              <a:ext uri="{FF2B5EF4-FFF2-40B4-BE49-F238E27FC236}">
                <a16:creationId xmlns:a16="http://schemas.microsoft.com/office/drawing/2014/main" id="{8CA2E975-2A84-16AD-75AD-D7AB499F9294}"/>
              </a:ext>
            </a:extLst>
          </p:cNvPr>
          <p:cNvSpPr txBox="1">
            <a:spLocks noGrp="1"/>
          </p:cNvSpPr>
          <p:nvPr>
            <p:ph type="body" sz="half" idx="17" hasCustomPrompt="1"/>
          </p:nvPr>
        </p:nvSpPr>
        <p:spPr>
          <a:xfrm>
            <a:off x="5592701" y="5206167"/>
            <a:ext cx="3205901" cy="646506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a:t>
            </a:r>
          </a:p>
        </p:txBody>
      </p:sp>
    </p:spTree>
    <p:extLst>
      <p:ext uri="{BB962C8B-B14F-4D97-AF65-F5344CB8AC3E}">
        <p14:creationId xmlns:p14="http://schemas.microsoft.com/office/powerpoint/2010/main" val="42701575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ody_09">
    <p:bg>
      <p:bgPr>
        <a:solidFill>
          <a:srgbClr val="F7F7F7"/>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F5A47A6A-D2EE-7367-64BC-2B5EDC796D20}"/>
              </a:ext>
            </a:extLst>
          </p:cNvPr>
          <p:cNvSpPr>
            <a:spLocks noGrp="1"/>
          </p:cNvSpPr>
          <p:nvPr>
            <p:ph type="body" sz="quarter" idx="10" hasCustomPrompt="1"/>
          </p:nvPr>
        </p:nvSpPr>
        <p:spPr>
          <a:xfrm>
            <a:off x="1597699" y="2101005"/>
            <a:ext cx="2246474"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hu-HU"/>
              <a:t>LOREM IPSUM</a:t>
            </a:r>
          </a:p>
        </p:txBody>
      </p:sp>
      <p:sp>
        <p:nvSpPr>
          <p:cNvPr id="8" name="Body Level One…">
            <a:extLst>
              <a:ext uri="{FF2B5EF4-FFF2-40B4-BE49-F238E27FC236}">
                <a16:creationId xmlns:a16="http://schemas.microsoft.com/office/drawing/2014/main" id="{15F7EF90-77BC-8AA3-7325-70FA25071CB5}"/>
              </a:ext>
            </a:extLst>
          </p:cNvPr>
          <p:cNvSpPr txBox="1">
            <a:spLocks noGrp="1"/>
          </p:cNvSpPr>
          <p:nvPr>
            <p:ph type="body" sz="half" idx="17" hasCustomPrompt="1"/>
          </p:nvPr>
        </p:nvSpPr>
        <p:spPr>
          <a:xfrm>
            <a:off x="1597699" y="5473107"/>
            <a:ext cx="1814420" cy="5238782"/>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a:t>
            </a:r>
          </a:p>
        </p:txBody>
      </p:sp>
      <p:sp>
        <p:nvSpPr>
          <p:cNvPr id="9" name="Body Level One…">
            <a:extLst>
              <a:ext uri="{FF2B5EF4-FFF2-40B4-BE49-F238E27FC236}">
                <a16:creationId xmlns:a16="http://schemas.microsoft.com/office/drawing/2014/main" id="{91D894B7-C026-1642-5DE4-53C4F26573FD}"/>
              </a:ext>
            </a:extLst>
          </p:cNvPr>
          <p:cNvSpPr txBox="1">
            <a:spLocks noGrp="1"/>
          </p:cNvSpPr>
          <p:nvPr>
            <p:ph type="body" sz="half" idx="28" hasCustomPrompt="1"/>
          </p:nvPr>
        </p:nvSpPr>
        <p:spPr>
          <a:xfrm>
            <a:off x="1597699" y="4578036"/>
            <a:ext cx="1814420"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34664830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dy_10">
    <p:bg>
      <p:bgPr>
        <a:solidFill>
          <a:srgbClr val="F7F7F7"/>
        </a:soli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A5A61561-9834-97A0-B71A-0CA9F45DBCF9}"/>
              </a:ext>
            </a:extLst>
          </p:cNvPr>
          <p:cNvSpPr>
            <a:spLocks noGrp="1"/>
          </p:cNvSpPr>
          <p:nvPr>
            <p:ph type="body" sz="quarter" idx="10" hasCustomPrompt="1"/>
          </p:nvPr>
        </p:nvSpPr>
        <p:spPr>
          <a:xfrm>
            <a:off x="802601" y="1511688"/>
            <a:ext cx="1754456"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r>
              <a:rPr lang="en-US">
                <a:solidFill>
                  <a:srgbClr val="FCB92F"/>
                </a:solidFill>
                <a:latin typeface="Arial Black" panose="020B0604020202020204" pitchFamily="34" charset="0"/>
                <a:cs typeface="Arial Black" panose="020B0604020202020204" pitchFamily="34" charset="0"/>
              </a:rPr>
              <a:t>ÓRIÁS-PLAKÁT</a:t>
            </a:r>
            <a:endParaRPr lang="en-US">
              <a:solidFill>
                <a:srgbClr val="FCB92F"/>
              </a:solidFill>
            </a:endParaRPr>
          </a:p>
        </p:txBody>
      </p:sp>
      <p:sp>
        <p:nvSpPr>
          <p:cNvPr id="14" name="Body Level One…">
            <a:extLst>
              <a:ext uri="{FF2B5EF4-FFF2-40B4-BE49-F238E27FC236}">
                <a16:creationId xmlns:a16="http://schemas.microsoft.com/office/drawing/2014/main" id="{6158E7D6-7692-EA53-419C-8048677370C7}"/>
              </a:ext>
            </a:extLst>
          </p:cNvPr>
          <p:cNvSpPr txBox="1">
            <a:spLocks noGrp="1"/>
          </p:cNvSpPr>
          <p:nvPr>
            <p:ph type="body" sz="half" idx="17" hasCustomPrompt="1"/>
          </p:nvPr>
        </p:nvSpPr>
        <p:spPr>
          <a:xfrm>
            <a:off x="802600" y="4883790"/>
            <a:ext cx="1587698" cy="2404317"/>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a:t>
            </a:r>
          </a:p>
        </p:txBody>
      </p:sp>
      <p:sp>
        <p:nvSpPr>
          <p:cNvPr id="15" name="Body Level One…">
            <a:extLst>
              <a:ext uri="{FF2B5EF4-FFF2-40B4-BE49-F238E27FC236}">
                <a16:creationId xmlns:a16="http://schemas.microsoft.com/office/drawing/2014/main" id="{D74C37C9-0334-2880-7A4D-FC3AFA784A11}"/>
              </a:ext>
            </a:extLst>
          </p:cNvPr>
          <p:cNvSpPr txBox="1">
            <a:spLocks noGrp="1"/>
          </p:cNvSpPr>
          <p:nvPr>
            <p:ph type="body" sz="half" idx="30" hasCustomPrompt="1"/>
          </p:nvPr>
        </p:nvSpPr>
        <p:spPr>
          <a:xfrm>
            <a:off x="802600" y="3988717"/>
            <a:ext cx="1587698"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471735728"/>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dy_11">
    <p:bg>
      <p:bgPr>
        <a:solidFill>
          <a:srgbClr val="F7F7F7"/>
        </a:soli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A5A61561-9834-97A0-B71A-0CA9F45DBCF9}"/>
              </a:ext>
            </a:extLst>
          </p:cNvPr>
          <p:cNvSpPr>
            <a:spLocks noGrp="1"/>
          </p:cNvSpPr>
          <p:nvPr>
            <p:ph type="body" sz="quarter" idx="10" hasCustomPrompt="1"/>
          </p:nvPr>
        </p:nvSpPr>
        <p:spPr>
          <a:xfrm>
            <a:off x="802600" y="3948515"/>
            <a:ext cx="2146791"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r>
              <a:rPr lang="en-US">
                <a:solidFill>
                  <a:srgbClr val="FCB92F"/>
                </a:solidFill>
                <a:latin typeface="Arial Black" panose="020B0604020202020204" pitchFamily="34" charset="0"/>
                <a:cs typeface="Arial Black" panose="020B0604020202020204" pitchFamily="34" charset="0"/>
              </a:rPr>
              <a:t>ÓRIÁS-PLAKÁT</a:t>
            </a:r>
            <a:endParaRPr lang="en-US">
              <a:solidFill>
                <a:srgbClr val="FCB92F"/>
              </a:solidFill>
            </a:endParaRPr>
          </a:p>
        </p:txBody>
      </p:sp>
      <p:sp>
        <p:nvSpPr>
          <p:cNvPr id="14" name="Body Level One…">
            <a:extLst>
              <a:ext uri="{FF2B5EF4-FFF2-40B4-BE49-F238E27FC236}">
                <a16:creationId xmlns:a16="http://schemas.microsoft.com/office/drawing/2014/main" id="{6158E7D6-7692-EA53-419C-8048677370C7}"/>
              </a:ext>
            </a:extLst>
          </p:cNvPr>
          <p:cNvSpPr txBox="1">
            <a:spLocks noGrp="1"/>
          </p:cNvSpPr>
          <p:nvPr>
            <p:ph type="body" sz="half" idx="17" hasCustomPrompt="1"/>
          </p:nvPr>
        </p:nvSpPr>
        <p:spPr>
          <a:xfrm>
            <a:off x="802601" y="7320619"/>
            <a:ext cx="1942742" cy="2404317"/>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a:t>
            </a:r>
          </a:p>
        </p:txBody>
      </p:sp>
      <p:sp>
        <p:nvSpPr>
          <p:cNvPr id="15" name="Body Level One…">
            <a:extLst>
              <a:ext uri="{FF2B5EF4-FFF2-40B4-BE49-F238E27FC236}">
                <a16:creationId xmlns:a16="http://schemas.microsoft.com/office/drawing/2014/main" id="{D74C37C9-0334-2880-7A4D-FC3AFA784A11}"/>
              </a:ext>
            </a:extLst>
          </p:cNvPr>
          <p:cNvSpPr txBox="1">
            <a:spLocks noGrp="1"/>
          </p:cNvSpPr>
          <p:nvPr>
            <p:ph type="body" sz="half" idx="30" hasCustomPrompt="1"/>
          </p:nvPr>
        </p:nvSpPr>
        <p:spPr>
          <a:xfrm>
            <a:off x="802601" y="6425546"/>
            <a:ext cx="1942742"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2313887718"/>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dy_12">
    <p:bg>
      <p:bgPr>
        <a:solidFill>
          <a:srgbClr val="F7F7F7"/>
        </a:solidFill>
        <a:effectLst/>
      </p:bgPr>
    </p:bg>
    <p:spTree>
      <p:nvGrpSpPr>
        <p:cNvPr id="1" name=""/>
        <p:cNvGrpSpPr/>
        <p:nvPr/>
      </p:nvGrpSpPr>
      <p:grpSpPr>
        <a:xfrm>
          <a:off x="0" y="0"/>
          <a:ext cx="0" cy="0"/>
          <a:chOff x="0" y="0"/>
          <a:chExt cx="0" cy="0"/>
        </a:xfrm>
      </p:grpSpPr>
      <p:sp>
        <p:nvSpPr>
          <p:cNvPr id="11" name="Body Level One…">
            <a:extLst>
              <a:ext uri="{FF2B5EF4-FFF2-40B4-BE49-F238E27FC236}">
                <a16:creationId xmlns:a16="http://schemas.microsoft.com/office/drawing/2014/main" id="{3137B31F-7039-4A74-AA7A-AB649A7FB0B0}"/>
              </a:ext>
            </a:extLst>
          </p:cNvPr>
          <p:cNvSpPr txBox="1">
            <a:spLocks noGrp="1"/>
          </p:cNvSpPr>
          <p:nvPr>
            <p:ph type="body" sz="half" idx="15" hasCustomPrompt="1"/>
          </p:nvPr>
        </p:nvSpPr>
        <p:spPr>
          <a:xfrm>
            <a:off x="4997642" y="2705524"/>
            <a:ext cx="4197260" cy="8264738"/>
          </a:xfrm>
          <a:prstGeom prst="rect">
            <a:avLst/>
          </a:prstGeom>
        </p:spPr>
        <p:txBody>
          <a:bodyPr lIns="0" tIns="108000" rIns="0" bIns="108000" numCol="1" spcCol="38100" anchor="ctr"/>
          <a:lstStyle>
            <a:lvl1pPr marL="0" indent="0" algn="just" defTabSz="514360">
              <a:lnSpc>
                <a:spcPct val="120000"/>
              </a:lnSpc>
              <a:spcBef>
                <a:spcPts val="675"/>
              </a:spcBef>
              <a:buClrTx/>
              <a:buSzTx/>
              <a:buNone/>
              <a:tabLst/>
              <a:defRPr sz="900"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err="1"/>
              <a:t>Pellentesque</a:t>
            </a:r>
            <a:r>
              <a:rPr lang="hu-HU"/>
              <a:t> </a:t>
            </a:r>
            <a:r>
              <a:rPr lang="hu-HU" err="1"/>
              <a:t>euismod</a:t>
            </a:r>
            <a:r>
              <a:rPr lang="hu-HU"/>
              <a:t> </a:t>
            </a:r>
            <a:r>
              <a:rPr lang="hu-HU" err="1"/>
              <a:t>velit</a:t>
            </a:r>
            <a:r>
              <a:rPr lang="hu-HU"/>
              <a:t> </a:t>
            </a:r>
            <a:r>
              <a:rPr lang="hu-HU" err="1"/>
              <a:t>at</a:t>
            </a:r>
            <a:r>
              <a:rPr lang="hu-HU"/>
              <a:t> tortor </a:t>
            </a:r>
            <a:r>
              <a:rPr lang="hu-HU" err="1"/>
              <a:t>faucibus</a:t>
            </a:r>
            <a:r>
              <a:rPr lang="hu-HU"/>
              <a:t>, eget </a:t>
            </a:r>
            <a:r>
              <a:rPr lang="hu-HU" err="1"/>
              <a:t>laoreet</a:t>
            </a:r>
            <a:r>
              <a:rPr lang="hu-HU"/>
              <a:t> turpis </a:t>
            </a:r>
            <a:r>
              <a:rPr lang="hu-HU" err="1"/>
              <a:t>tempus</a:t>
            </a:r>
            <a:r>
              <a:rPr lang="hu-HU"/>
              <a:t>. </a:t>
            </a:r>
            <a:r>
              <a:rPr lang="hu-HU" err="1"/>
              <a:t>Donec</a:t>
            </a:r>
            <a:r>
              <a:rPr lang="hu-HU"/>
              <a:t> </a:t>
            </a:r>
            <a:r>
              <a:rPr lang="hu-HU" err="1"/>
              <a:t>malesuada</a:t>
            </a:r>
            <a:r>
              <a:rPr lang="hu-HU"/>
              <a:t> elit </a:t>
            </a:r>
            <a:r>
              <a:rPr lang="hu-HU" err="1"/>
              <a:t>efficitur</a:t>
            </a:r>
            <a:r>
              <a:rPr lang="hu-HU"/>
              <a:t>, </a:t>
            </a:r>
            <a:r>
              <a:rPr lang="hu-HU" err="1"/>
              <a:t>accumsan</a:t>
            </a:r>
            <a:r>
              <a:rPr lang="hu-HU"/>
              <a:t> urna </a:t>
            </a:r>
            <a:r>
              <a:rPr lang="hu-HU" err="1"/>
              <a:t>at</a:t>
            </a:r>
            <a:r>
              <a:rPr lang="hu-HU"/>
              <a:t>, </a:t>
            </a:r>
            <a:r>
              <a:rPr lang="hu-HU" err="1"/>
              <a:t>egestas</a:t>
            </a:r>
            <a:r>
              <a:rPr lang="hu-HU"/>
              <a:t> </a:t>
            </a:r>
            <a:r>
              <a:rPr lang="hu-HU" err="1"/>
              <a:t>mauris</a:t>
            </a:r>
            <a:r>
              <a:rPr lang="hu-HU"/>
              <a:t>. </a:t>
            </a:r>
            <a:r>
              <a:rPr lang="hu-HU" err="1"/>
              <a:t>Sed</a:t>
            </a:r>
            <a:r>
              <a:rPr lang="hu-HU"/>
              <a:t> </a:t>
            </a:r>
            <a:r>
              <a:rPr lang="hu-HU" err="1"/>
              <a:t>consectetur</a:t>
            </a:r>
            <a:r>
              <a:rPr lang="hu-HU"/>
              <a:t> </a:t>
            </a:r>
            <a:r>
              <a:rPr lang="hu-HU" err="1"/>
              <a:t>justo</a:t>
            </a:r>
            <a:r>
              <a:rPr lang="hu-HU"/>
              <a:t> </a:t>
            </a:r>
            <a:r>
              <a:rPr lang="hu-HU" err="1"/>
              <a:t>et</a:t>
            </a:r>
            <a:r>
              <a:rPr lang="hu-HU"/>
              <a:t> ex </a:t>
            </a:r>
            <a:r>
              <a:rPr lang="hu-HU" err="1"/>
              <a:t>mollis</a:t>
            </a:r>
            <a:r>
              <a:rPr lang="hu-HU"/>
              <a:t>, in </a:t>
            </a:r>
            <a:r>
              <a:rPr lang="hu-HU" err="1"/>
              <a:t>luctus</a:t>
            </a:r>
            <a:r>
              <a:rPr lang="hu-HU"/>
              <a:t> </a:t>
            </a:r>
            <a:r>
              <a:rPr lang="hu-HU" err="1"/>
              <a:t>eros</a:t>
            </a:r>
            <a:r>
              <a:rPr lang="hu-HU"/>
              <a:t> </a:t>
            </a:r>
            <a:r>
              <a:rPr lang="hu-HU" err="1"/>
              <a:t>facilisis</a:t>
            </a:r>
            <a:r>
              <a:rPr lang="hu-HU"/>
              <a:t>. Integer </a:t>
            </a:r>
            <a:r>
              <a:rPr lang="hu-HU" err="1"/>
              <a:t>arcu</a:t>
            </a:r>
            <a:r>
              <a:rPr lang="hu-HU"/>
              <a:t> </a:t>
            </a:r>
            <a:r>
              <a:rPr lang="hu-HU" err="1"/>
              <a:t>eros</a:t>
            </a:r>
            <a:r>
              <a:rPr lang="hu-HU"/>
              <a:t>, </a:t>
            </a:r>
            <a:r>
              <a:rPr lang="hu-HU" err="1"/>
              <a:t>faucibus</a:t>
            </a:r>
            <a:r>
              <a:rPr lang="hu-HU"/>
              <a:t> vitae </a:t>
            </a:r>
            <a:r>
              <a:rPr lang="hu-HU" err="1"/>
              <a:t>iaculis</a:t>
            </a:r>
            <a:r>
              <a:rPr lang="hu-HU"/>
              <a:t> a, </a:t>
            </a:r>
            <a:r>
              <a:rPr lang="hu-HU" err="1"/>
              <a:t>placerat</a:t>
            </a:r>
            <a:r>
              <a:rPr lang="hu-HU"/>
              <a:t> eget </a:t>
            </a:r>
            <a:r>
              <a:rPr lang="hu-HU" err="1"/>
              <a:t>ligula</a:t>
            </a:r>
            <a:r>
              <a:rPr lang="hu-HU"/>
              <a:t>. </a:t>
            </a:r>
            <a:r>
              <a:rPr lang="hu-HU" err="1"/>
              <a:t>Curabitur</a:t>
            </a:r>
            <a:r>
              <a:rPr lang="hu-HU"/>
              <a:t> in </a:t>
            </a:r>
            <a:r>
              <a:rPr lang="hu-HU" err="1"/>
              <a:t>felis</a:t>
            </a:r>
            <a:r>
              <a:rPr lang="hu-HU"/>
              <a:t> </a:t>
            </a:r>
            <a:r>
              <a:rPr lang="hu-HU" err="1"/>
              <a:t>augue</a:t>
            </a:r>
            <a:r>
              <a:rPr lang="hu-HU"/>
              <a:t>. </a:t>
            </a:r>
            <a:r>
              <a:rPr lang="hu-HU" err="1"/>
              <a:t>Sed</a:t>
            </a:r>
            <a:r>
              <a:rPr lang="hu-HU"/>
              <a:t> </a:t>
            </a:r>
            <a:r>
              <a:rPr lang="hu-HU" err="1"/>
              <a:t>bibendum</a:t>
            </a:r>
            <a:r>
              <a:rPr lang="hu-HU"/>
              <a:t> </a:t>
            </a:r>
            <a:r>
              <a:rPr lang="hu-HU" err="1"/>
              <a:t>id</a:t>
            </a:r>
            <a:r>
              <a:rPr lang="hu-HU"/>
              <a:t> </a:t>
            </a:r>
            <a:r>
              <a:rPr lang="hu-HU" err="1"/>
              <a:t>magna</a:t>
            </a:r>
            <a:r>
              <a:rPr lang="hu-HU"/>
              <a:t> </a:t>
            </a:r>
            <a:r>
              <a:rPr lang="hu-HU" err="1"/>
              <a:t>eu</a:t>
            </a:r>
            <a:r>
              <a:rPr lang="hu-HU"/>
              <a:t> </a:t>
            </a:r>
            <a:r>
              <a:rPr lang="hu-HU" err="1"/>
              <a:t>suscipit</a:t>
            </a:r>
            <a:r>
              <a:rPr lang="hu-HU"/>
              <a:t>. </a:t>
            </a:r>
            <a:r>
              <a:rPr lang="hu-HU" err="1"/>
              <a:t>Mauris</a:t>
            </a:r>
            <a:r>
              <a:rPr lang="hu-HU"/>
              <a:t> vitae </a:t>
            </a:r>
            <a:r>
              <a:rPr lang="hu-HU" err="1"/>
              <a:t>lacus</a:t>
            </a:r>
            <a:r>
              <a:rPr lang="hu-HU"/>
              <a:t> </a:t>
            </a:r>
            <a:r>
              <a:rPr lang="hu-HU" err="1"/>
              <a:t>et</a:t>
            </a:r>
            <a:r>
              <a:rPr lang="hu-HU"/>
              <a:t> </a:t>
            </a:r>
            <a:r>
              <a:rPr lang="hu-HU" err="1"/>
              <a:t>neque</a:t>
            </a:r>
            <a:r>
              <a:rPr lang="hu-HU"/>
              <a:t> </a:t>
            </a:r>
            <a:r>
              <a:rPr lang="hu-HU" err="1"/>
              <a:t>vulputate</a:t>
            </a:r>
            <a:r>
              <a:rPr lang="hu-HU"/>
              <a:t> </a:t>
            </a:r>
            <a:r>
              <a:rPr lang="hu-HU" err="1"/>
              <a:t>tincidunt</a:t>
            </a:r>
            <a:r>
              <a:rPr lang="hu-HU"/>
              <a:t>. </a:t>
            </a:r>
          </a:p>
          <a:p>
            <a:r>
              <a:rPr lang="hu-HU" err="1"/>
              <a:t>Donec</a:t>
            </a:r>
            <a:r>
              <a:rPr lang="hu-HU"/>
              <a:t> </a:t>
            </a:r>
            <a:r>
              <a:rPr lang="hu-HU" err="1"/>
              <a:t>sit</a:t>
            </a:r>
            <a:r>
              <a:rPr lang="hu-HU"/>
              <a:t> </a:t>
            </a:r>
            <a:r>
              <a:rPr lang="hu-HU" err="1"/>
              <a:t>amet</a:t>
            </a:r>
            <a:r>
              <a:rPr lang="hu-HU"/>
              <a:t> </a:t>
            </a:r>
            <a:r>
              <a:rPr lang="hu-HU" err="1"/>
              <a:t>pulvinar</a:t>
            </a:r>
            <a:r>
              <a:rPr lang="hu-HU"/>
              <a:t> </a:t>
            </a:r>
            <a:r>
              <a:rPr lang="hu-HU" err="1"/>
              <a:t>risus</a:t>
            </a:r>
            <a:r>
              <a:rPr lang="hu-HU"/>
              <a:t>. </a:t>
            </a:r>
            <a:r>
              <a:rPr lang="hu-HU" err="1"/>
              <a:t>Praesent</a:t>
            </a:r>
            <a:r>
              <a:rPr lang="hu-HU"/>
              <a:t> </a:t>
            </a:r>
            <a:r>
              <a:rPr lang="hu-HU" err="1"/>
              <a:t>gravida</a:t>
            </a:r>
            <a:r>
              <a:rPr lang="hu-HU"/>
              <a:t> </a:t>
            </a:r>
            <a:r>
              <a:rPr lang="hu-HU" err="1"/>
              <a:t>sollicitudin</a:t>
            </a:r>
            <a:r>
              <a:rPr lang="hu-HU"/>
              <a:t> </a:t>
            </a:r>
            <a:r>
              <a:rPr lang="hu-HU" err="1"/>
              <a:t>felis</a:t>
            </a:r>
            <a:r>
              <a:rPr lang="hu-HU"/>
              <a:t>, </a:t>
            </a:r>
            <a:r>
              <a:rPr lang="hu-HU" err="1"/>
              <a:t>vestibulum</a:t>
            </a:r>
            <a:r>
              <a:rPr lang="hu-HU"/>
              <a:t> </a:t>
            </a:r>
            <a:r>
              <a:rPr lang="hu-HU" err="1"/>
              <a:t>luctus</a:t>
            </a:r>
            <a:r>
              <a:rPr lang="hu-HU"/>
              <a:t> </a:t>
            </a:r>
            <a:r>
              <a:rPr lang="hu-HU" err="1"/>
              <a:t>erat</a:t>
            </a:r>
            <a:r>
              <a:rPr lang="hu-HU"/>
              <a:t> </a:t>
            </a:r>
            <a:r>
              <a:rPr lang="hu-HU" err="1"/>
              <a:t>facilisis</a:t>
            </a:r>
            <a:r>
              <a:rPr lang="hu-HU"/>
              <a:t> </a:t>
            </a:r>
            <a:r>
              <a:rPr lang="hu-HU" err="1"/>
              <a:t>cursus</a:t>
            </a:r>
            <a:r>
              <a:rPr lang="hu-HU"/>
              <a:t>. </a:t>
            </a:r>
            <a:r>
              <a:rPr lang="hu-HU" err="1"/>
              <a:t>Proin</a:t>
            </a:r>
            <a:r>
              <a:rPr lang="hu-HU"/>
              <a:t> </a:t>
            </a:r>
            <a:r>
              <a:rPr lang="hu-HU" err="1"/>
              <a:t>sagittis</a:t>
            </a:r>
            <a:r>
              <a:rPr lang="hu-HU"/>
              <a:t> </a:t>
            </a:r>
            <a:r>
              <a:rPr lang="hu-HU" err="1"/>
              <a:t>arcu</a:t>
            </a:r>
            <a:r>
              <a:rPr lang="hu-HU"/>
              <a:t> </a:t>
            </a:r>
            <a:r>
              <a:rPr lang="hu-HU" err="1"/>
              <a:t>felis</a:t>
            </a:r>
            <a:r>
              <a:rPr lang="hu-HU"/>
              <a:t>, </a:t>
            </a:r>
            <a:r>
              <a:rPr lang="hu-HU" err="1"/>
              <a:t>sed</a:t>
            </a:r>
            <a:r>
              <a:rPr lang="hu-HU"/>
              <a:t> </a:t>
            </a:r>
            <a:r>
              <a:rPr lang="hu-HU" err="1"/>
              <a:t>accumsan</a:t>
            </a:r>
            <a:r>
              <a:rPr lang="hu-HU"/>
              <a:t> urna elementum </a:t>
            </a:r>
            <a:r>
              <a:rPr lang="hu-HU" err="1"/>
              <a:t>quis</a:t>
            </a:r>
            <a:r>
              <a:rPr lang="hu-HU"/>
              <a:t>.</a:t>
            </a:r>
          </a:p>
        </p:txBody>
      </p:sp>
      <p:sp>
        <p:nvSpPr>
          <p:cNvPr id="12" name="Tartalom helye 2">
            <a:extLst>
              <a:ext uri="{FF2B5EF4-FFF2-40B4-BE49-F238E27FC236}">
                <a16:creationId xmlns:a16="http://schemas.microsoft.com/office/drawing/2014/main" id="{07683704-0360-4585-A922-12C7AA3D3B84}"/>
              </a:ext>
            </a:extLst>
          </p:cNvPr>
          <p:cNvSpPr>
            <a:spLocks noGrp="1"/>
          </p:cNvSpPr>
          <p:nvPr>
            <p:ph sz="quarter" idx="16" hasCustomPrompt="1"/>
          </p:nvPr>
        </p:nvSpPr>
        <p:spPr>
          <a:xfrm>
            <a:off x="406302" y="2705526"/>
            <a:ext cx="4394299" cy="8401049"/>
          </a:xfrm>
        </p:spPr>
        <p:txBody>
          <a:bodyPr numCol="1" anchor="ctr"/>
          <a:lstStyle>
            <a:lvl1pPr marL="0" indent="0" algn="ctr">
              <a:buNone/>
              <a:defRPr/>
            </a:lvl1pPr>
          </a:lstStyle>
          <a:p>
            <a:pPr lvl="0"/>
            <a:r>
              <a:rPr lang="hu-HU"/>
              <a:t>Kép / Ábra beszúrása</a:t>
            </a:r>
          </a:p>
        </p:txBody>
      </p:sp>
      <p:sp>
        <p:nvSpPr>
          <p:cNvPr id="10" name="Slide Number Placeholder 4">
            <a:extLst>
              <a:ext uri="{FF2B5EF4-FFF2-40B4-BE49-F238E27FC236}">
                <a16:creationId xmlns:a16="http://schemas.microsoft.com/office/drawing/2014/main" id="{86EE5FF0-D629-4161-97FA-4BA61796C0CE}"/>
              </a:ext>
            </a:extLst>
          </p:cNvPr>
          <p:cNvSpPr>
            <a:spLocks noGrp="1"/>
          </p:cNvSpPr>
          <p:nvPr>
            <p:ph type="sldNum" sz="quarter" idx="20"/>
          </p:nvPr>
        </p:nvSpPr>
        <p:spPr>
          <a:xfrm>
            <a:off x="4588994" y="11399505"/>
            <a:ext cx="423212" cy="512071"/>
          </a:xfrm>
        </p:spPr>
        <p:txBody>
          <a:bodyPr anchor="t"/>
          <a:lstStyle>
            <a:lvl1pPr>
              <a:defRPr b="0" i="0">
                <a:latin typeface="Arial" panose="020B0604020202020204" pitchFamily="34" charset="0"/>
              </a:defRPr>
            </a:lvl1pPr>
          </a:lstStyle>
          <a:p>
            <a:fld id="{0DBD4B9B-A4CD-4407-98B0-945CF13A15A0}" type="slidenum">
              <a:rPr lang="hu-HU" smtClean="0"/>
              <a:pPr/>
              <a:t>‹#›</a:t>
            </a:fld>
            <a:endParaRPr lang="hu-HU"/>
          </a:p>
        </p:txBody>
      </p:sp>
      <p:sp>
        <p:nvSpPr>
          <p:cNvPr id="8" name="Text Placeholder 5">
            <a:extLst>
              <a:ext uri="{FF2B5EF4-FFF2-40B4-BE49-F238E27FC236}">
                <a16:creationId xmlns:a16="http://schemas.microsoft.com/office/drawing/2014/main" id="{0C8B04CA-9257-F3C0-E2DC-2002661DB61B}"/>
              </a:ext>
            </a:extLst>
          </p:cNvPr>
          <p:cNvSpPr>
            <a:spLocks noGrp="1"/>
          </p:cNvSpPr>
          <p:nvPr>
            <p:ph type="body" sz="quarter" idx="22" hasCustomPrompt="1"/>
          </p:nvPr>
        </p:nvSpPr>
        <p:spPr>
          <a:xfrm>
            <a:off x="406304" y="933037"/>
            <a:ext cx="8392297" cy="1534156"/>
          </a:xfrm>
        </p:spPr>
        <p:txBody>
          <a:bodyPr>
            <a:noAutofit/>
          </a:bodyPr>
          <a:lstStyle>
            <a:lvl1pPr>
              <a:defRPr sz="2024" baseline="0">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1633833589"/>
      </p:ext>
    </p:extLst>
  </p:cSld>
  <p:clrMapOvr>
    <a:masterClrMapping/>
  </p:clrMapOvr>
  <p:transition spd="med"/>
  <p:extLst>
    <p:ext uri="{DCECCB84-F9BA-43D5-87BE-67443E8EF086}">
      <p15:sldGuideLst xmlns:p15="http://schemas.microsoft.com/office/powerpoint/2012/main">
        <p15:guide id="1" pos="25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ody_13">
    <p:bg>
      <p:bgPr>
        <a:solidFill>
          <a:srgbClr val="F7F7F7"/>
        </a:solidFill>
        <a:effectLst/>
      </p:bgPr>
    </p:bg>
    <p:spTree>
      <p:nvGrpSpPr>
        <p:cNvPr id="1" name=""/>
        <p:cNvGrpSpPr/>
        <p:nvPr/>
      </p:nvGrpSpPr>
      <p:grpSpPr>
        <a:xfrm>
          <a:off x="0" y="0"/>
          <a:ext cx="0" cy="0"/>
          <a:chOff x="0" y="0"/>
          <a:chExt cx="0" cy="0"/>
        </a:xfrm>
      </p:grpSpPr>
      <p:sp>
        <p:nvSpPr>
          <p:cNvPr id="5" name="Body Level One…">
            <a:extLst>
              <a:ext uri="{FF2B5EF4-FFF2-40B4-BE49-F238E27FC236}">
                <a16:creationId xmlns:a16="http://schemas.microsoft.com/office/drawing/2014/main" id="{D96639CD-A48D-7A0D-D810-BEF22E522C8C}"/>
              </a:ext>
            </a:extLst>
          </p:cNvPr>
          <p:cNvSpPr txBox="1">
            <a:spLocks noGrp="1"/>
          </p:cNvSpPr>
          <p:nvPr>
            <p:ph type="body" sz="half" idx="17" hasCustomPrompt="1"/>
          </p:nvPr>
        </p:nvSpPr>
        <p:spPr>
          <a:xfrm>
            <a:off x="802600" y="4334015"/>
            <a:ext cx="6966064" cy="646506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 Proin tincidunt, nibh ac volutpat pretium, sem erat maximus sem, sed rhoncus nunc justo in risus. Pellentesque habitant morbi tristique senectus et netus et malesuada fames ac turpis egestas. Mauris metus nunc, tincidunt sit amet interdum a, venenatis sed ex. 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 Proin tincidunt, nibh ac volutpat pretium, sem erat maximus sem, sed rhoncus nunc justo in risus. Pellentesque habitant morbi tristique senectus et netus et malesuada fames ac turpis egestas. Mauris metus nunc, tincidunt sit amet interdum a, venenatis sed ex.</a:t>
            </a:r>
          </a:p>
        </p:txBody>
      </p:sp>
      <p:sp>
        <p:nvSpPr>
          <p:cNvPr id="10" name="Text Placeholder 9">
            <a:extLst>
              <a:ext uri="{FF2B5EF4-FFF2-40B4-BE49-F238E27FC236}">
                <a16:creationId xmlns:a16="http://schemas.microsoft.com/office/drawing/2014/main" id="{829789DE-C909-79AD-2D50-65E6BF3CCACB}"/>
              </a:ext>
            </a:extLst>
          </p:cNvPr>
          <p:cNvSpPr>
            <a:spLocks noGrp="1"/>
          </p:cNvSpPr>
          <p:nvPr>
            <p:ph type="body" sz="quarter" idx="18" hasCustomPrompt="1"/>
          </p:nvPr>
        </p:nvSpPr>
        <p:spPr>
          <a:xfrm>
            <a:off x="802600" y="3067648"/>
            <a:ext cx="7979748" cy="957158"/>
          </a:xfrm>
        </p:spPr>
        <p:txBody>
          <a:bodyPr>
            <a:noAutofit/>
          </a:bodyPr>
          <a:lstStyle>
            <a:lvl1pPr>
              <a:defRPr sz="1350">
                <a:solidFill>
                  <a:schemeClr val="bg2"/>
                </a:solidFill>
              </a:defRPr>
            </a:lvl1pPr>
          </a:lstStyle>
          <a:p>
            <a:pPr lvl="0"/>
            <a:r>
              <a:rPr lang="hu-HU"/>
              <a:t>Alcím</a:t>
            </a:r>
          </a:p>
        </p:txBody>
      </p:sp>
      <p:sp>
        <p:nvSpPr>
          <p:cNvPr id="19" name="Text Placeholder 17">
            <a:extLst>
              <a:ext uri="{FF2B5EF4-FFF2-40B4-BE49-F238E27FC236}">
                <a16:creationId xmlns:a16="http://schemas.microsoft.com/office/drawing/2014/main" id="{FA2F3989-38C4-8B0F-A270-BA4C0C4EBEF3}"/>
              </a:ext>
            </a:extLst>
          </p:cNvPr>
          <p:cNvSpPr>
            <a:spLocks noGrp="1"/>
          </p:cNvSpPr>
          <p:nvPr>
            <p:ph type="body" sz="quarter" idx="19" hasCustomPrompt="1"/>
          </p:nvPr>
        </p:nvSpPr>
        <p:spPr>
          <a:xfrm>
            <a:off x="802601" y="936267"/>
            <a:ext cx="7996001" cy="1311505"/>
          </a:xfrm>
        </p:spPr>
        <p:txBody>
          <a:bodyPr>
            <a:noAutofit/>
          </a:bodyPr>
          <a:lstStyle>
            <a:lvl1pPr>
              <a:defRPr sz="2024">
                <a:solidFill>
                  <a:srgbClr val="FBB82F"/>
                </a:solidFill>
                <a:latin typeface="Arial Black" panose="020B0A04020102020204" pitchFamily="34" charset="0"/>
              </a:defRPr>
            </a:lvl1pPr>
            <a:lvl2pPr>
              <a:defRPr sz="2024">
                <a:solidFill>
                  <a:srgbClr val="FBB82F"/>
                </a:solidFill>
                <a:latin typeface="Arial Black" panose="020B0A04020102020204" pitchFamily="34" charset="0"/>
              </a:defRPr>
            </a:lvl2pPr>
            <a:lvl3pPr>
              <a:defRPr sz="2024">
                <a:solidFill>
                  <a:srgbClr val="FBB82F"/>
                </a:solidFill>
                <a:latin typeface="Arial Black" panose="020B0A04020102020204" pitchFamily="34" charset="0"/>
              </a:defRPr>
            </a:lvl3pPr>
            <a:lvl4pPr>
              <a:defRPr sz="2024">
                <a:solidFill>
                  <a:srgbClr val="FBB82F"/>
                </a:solidFill>
                <a:latin typeface="Arial Black" panose="020B0A04020102020204" pitchFamily="34" charset="0"/>
              </a:defRPr>
            </a:lvl4pPr>
            <a:lvl5pPr>
              <a:defRPr sz="2024">
                <a:solidFill>
                  <a:srgbClr val="FBB82F"/>
                </a:solidFill>
                <a:latin typeface="Arial Black" panose="020B0A04020102020204" pitchFamily="34" charset="0"/>
              </a:defRPr>
            </a:lvl5pPr>
          </a:lstStyle>
          <a:p>
            <a:pPr lvl="0"/>
            <a:r>
              <a:rPr lang="en-US"/>
              <a:t>HOSSZABB BEVEZETŐ SZÖVEG</a:t>
            </a:r>
            <a:endParaRPr lang="hu-HU"/>
          </a:p>
        </p:txBody>
      </p:sp>
    </p:spTree>
    <p:extLst>
      <p:ext uri="{BB962C8B-B14F-4D97-AF65-F5344CB8AC3E}">
        <p14:creationId xmlns:p14="http://schemas.microsoft.com/office/powerpoint/2010/main" val="23112383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dy_15">
    <p:bg>
      <p:bgPr>
        <a:solidFill>
          <a:srgbClr val="F7F7F7"/>
        </a:solidFill>
        <a:effectLst/>
      </p:bgPr>
    </p:bg>
    <p:spTree>
      <p:nvGrpSpPr>
        <p:cNvPr id="1" name=""/>
        <p:cNvGrpSpPr/>
        <p:nvPr/>
      </p:nvGrpSpPr>
      <p:grpSpPr>
        <a:xfrm>
          <a:off x="0" y="0"/>
          <a:ext cx="0" cy="0"/>
          <a:chOff x="0" y="0"/>
          <a:chExt cx="0" cy="0"/>
        </a:xfrm>
      </p:grpSpPr>
      <p:sp>
        <p:nvSpPr>
          <p:cNvPr id="9" name="Slide Number Placeholder 4">
            <a:extLst>
              <a:ext uri="{FF2B5EF4-FFF2-40B4-BE49-F238E27FC236}">
                <a16:creationId xmlns:a16="http://schemas.microsoft.com/office/drawing/2014/main" id="{476E3C57-2D51-446C-B211-40D6EDA7989A}"/>
              </a:ext>
            </a:extLst>
          </p:cNvPr>
          <p:cNvSpPr>
            <a:spLocks noGrp="1"/>
          </p:cNvSpPr>
          <p:nvPr>
            <p:ph type="sldNum" sz="quarter" idx="20"/>
          </p:nvPr>
        </p:nvSpPr>
        <p:spPr>
          <a:xfrm>
            <a:off x="4588994" y="11399505"/>
            <a:ext cx="423212" cy="512071"/>
          </a:xfrm>
        </p:spPr>
        <p:txBody>
          <a:bodyPr anchor="t"/>
          <a:lstStyle>
            <a:lvl1pPr>
              <a:defRPr b="0" i="0">
                <a:latin typeface="Arial" panose="020B0604020202020204" pitchFamily="34" charset="0"/>
              </a:defRPr>
            </a:lvl1pPr>
          </a:lstStyle>
          <a:p>
            <a:fld id="{0DBD4B9B-A4CD-4407-98B0-945CF13A15A0}" type="slidenum">
              <a:rPr lang="hu-HU" smtClean="0"/>
              <a:pPr/>
              <a:t>‹#›</a:t>
            </a:fld>
            <a:endParaRPr lang="hu-HU"/>
          </a:p>
        </p:txBody>
      </p:sp>
      <p:sp>
        <p:nvSpPr>
          <p:cNvPr id="3" name="Body Level One…">
            <a:extLst>
              <a:ext uri="{FF2B5EF4-FFF2-40B4-BE49-F238E27FC236}">
                <a16:creationId xmlns:a16="http://schemas.microsoft.com/office/drawing/2014/main" id="{6DE968D7-F4B7-0020-4DB5-6B6495483EF3}"/>
              </a:ext>
            </a:extLst>
          </p:cNvPr>
          <p:cNvSpPr txBox="1">
            <a:spLocks noGrp="1"/>
          </p:cNvSpPr>
          <p:nvPr>
            <p:ph type="body" sz="half" idx="17" hasCustomPrompt="1"/>
          </p:nvPr>
        </p:nvSpPr>
        <p:spPr>
          <a:xfrm>
            <a:off x="1295164" y="3390380"/>
            <a:ext cx="5296913" cy="7716199"/>
          </a:xfrm>
          <a:prstGeom prst="rect">
            <a:avLst/>
          </a:prstGeom>
        </p:spPr>
        <p:txBody>
          <a:bodyPr lIns="0" tIns="108000" rIns="0" bIns="108000" numCol="2"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err="1"/>
              <a:t>Pellentesque</a:t>
            </a:r>
            <a:r>
              <a:rPr lang="hu-HU"/>
              <a:t> </a:t>
            </a:r>
            <a:r>
              <a:rPr lang="hu-HU" err="1"/>
              <a:t>euismod</a:t>
            </a:r>
            <a:r>
              <a:rPr lang="hu-HU"/>
              <a:t> </a:t>
            </a:r>
            <a:r>
              <a:rPr lang="hu-HU" err="1"/>
              <a:t>velit</a:t>
            </a:r>
            <a:r>
              <a:rPr lang="hu-HU"/>
              <a:t> </a:t>
            </a:r>
            <a:r>
              <a:rPr lang="hu-HU" err="1"/>
              <a:t>at</a:t>
            </a:r>
            <a:r>
              <a:rPr lang="hu-HU"/>
              <a:t> tortor </a:t>
            </a:r>
            <a:r>
              <a:rPr lang="hu-HU" err="1"/>
              <a:t>faucibus</a:t>
            </a:r>
            <a:r>
              <a:rPr lang="hu-HU"/>
              <a:t>, eget </a:t>
            </a:r>
            <a:r>
              <a:rPr lang="hu-HU" err="1"/>
              <a:t>laoreet</a:t>
            </a:r>
            <a:r>
              <a:rPr lang="hu-HU"/>
              <a:t> turpis </a:t>
            </a:r>
            <a:r>
              <a:rPr lang="hu-HU" err="1"/>
              <a:t>tempus</a:t>
            </a:r>
            <a:r>
              <a:rPr lang="hu-HU"/>
              <a:t>. </a:t>
            </a:r>
            <a:r>
              <a:rPr lang="hu-HU" err="1"/>
              <a:t>Donec</a:t>
            </a:r>
            <a:r>
              <a:rPr lang="hu-HU"/>
              <a:t> </a:t>
            </a:r>
            <a:r>
              <a:rPr lang="hu-HU" err="1"/>
              <a:t>malesuada</a:t>
            </a:r>
            <a:r>
              <a:rPr lang="hu-HU"/>
              <a:t> elit </a:t>
            </a:r>
            <a:r>
              <a:rPr lang="hu-HU" err="1"/>
              <a:t>efficitur</a:t>
            </a:r>
            <a:r>
              <a:rPr lang="hu-HU"/>
              <a:t>, </a:t>
            </a:r>
            <a:r>
              <a:rPr lang="hu-HU" err="1"/>
              <a:t>accumsan</a:t>
            </a:r>
            <a:r>
              <a:rPr lang="hu-HU"/>
              <a:t> urna </a:t>
            </a:r>
            <a:r>
              <a:rPr lang="hu-HU" err="1"/>
              <a:t>at</a:t>
            </a:r>
            <a:r>
              <a:rPr lang="hu-HU"/>
              <a:t>, </a:t>
            </a:r>
            <a:r>
              <a:rPr lang="hu-HU" err="1"/>
              <a:t>egestas</a:t>
            </a:r>
            <a:r>
              <a:rPr lang="hu-HU"/>
              <a:t> </a:t>
            </a:r>
            <a:r>
              <a:rPr lang="hu-HU" err="1"/>
              <a:t>mauris</a:t>
            </a:r>
            <a:r>
              <a:rPr lang="hu-HU"/>
              <a:t>. </a:t>
            </a:r>
            <a:r>
              <a:rPr lang="hu-HU" err="1"/>
              <a:t>Sed</a:t>
            </a:r>
            <a:r>
              <a:rPr lang="hu-HU"/>
              <a:t> </a:t>
            </a:r>
            <a:r>
              <a:rPr lang="hu-HU" err="1"/>
              <a:t>consectetur</a:t>
            </a:r>
            <a:r>
              <a:rPr lang="hu-HU"/>
              <a:t> </a:t>
            </a:r>
            <a:r>
              <a:rPr lang="hu-HU" err="1"/>
              <a:t>justo</a:t>
            </a:r>
            <a:r>
              <a:rPr lang="hu-HU"/>
              <a:t> </a:t>
            </a:r>
            <a:r>
              <a:rPr lang="hu-HU" err="1"/>
              <a:t>et</a:t>
            </a:r>
            <a:r>
              <a:rPr lang="hu-HU"/>
              <a:t> ex </a:t>
            </a:r>
            <a:r>
              <a:rPr lang="hu-HU" err="1"/>
              <a:t>mollis</a:t>
            </a:r>
            <a:r>
              <a:rPr lang="hu-HU"/>
              <a:t>, in </a:t>
            </a:r>
            <a:r>
              <a:rPr lang="hu-HU" err="1"/>
              <a:t>luctus</a:t>
            </a:r>
            <a:r>
              <a:rPr lang="hu-HU"/>
              <a:t> </a:t>
            </a:r>
            <a:r>
              <a:rPr lang="hu-HU" err="1"/>
              <a:t>eros</a:t>
            </a:r>
            <a:r>
              <a:rPr lang="hu-HU"/>
              <a:t> </a:t>
            </a:r>
            <a:r>
              <a:rPr lang="hu-HU" err="1"/>
              <a:t>facilisis</a:t>
            </a:r>
            <a:r>
              <a:rPr lang="hu-HU"/>
              <a:t>. Integer </a:t>
            </a:r>
            <a:r>
              <a:rPr lang="hu-HU" err="1"/>
              <a:t>arcu</a:t>
            </a:r>
            <a:r>
              <a:rPr lang="hu-HU"/>
              <a:t> </a:t>
            </a:r>
            <a:r>
              <a:rPr lang="hu-HU" err="1"/>
              <a:t>eros</a:t>
            </a:r>
            <a:r>
              <a:rPr lang="hu-HU"/>
              <a:t>, </a:t>
            </a:r>
            <a:r>
              <a:rPr lang="hu-HU" err="1"/>
              <a:t>faucibus</a:t>
            </a:r>
            <a:r>
              <a:rPr lang="hu-HU"/>
              <a:t> vitae </a:t>
            </a:r>
            <a:r>
              <a:rPr lang="hu-HU" err="1"/>
              <a:t>iaculis</a:t>
            </a:r>
            <a:r>
              <a:rPr lang="hu-HU"/>
              <a:t> a, </a:t>
            </a:r>
            <a:r>
              <a:rPr lang="hu-HU" err="1"/>
              <a:t>placerat</a:t>
            </a:r>
            <a:r>
              <a:rPr lang="hu-HU"/>
              <a:t> eget </a:t>
            </a:r>
            <a:r>
              <a:rPr lang="hu-HU" err="1"/>
              <a:t>ligula</a:t>
            </a:r>
            <a:r>
              <a:rPr lang="hu-HU"/>
              <a:t>. </a:t>
            </a:r>
            <a:r>
              <a:rPr lang="hu-HU" err="1"/>
              <a:t>Curabitur</a:t>
            </a:r>
            <a:r>
              <a:rPr lang="hu-HU"/>
              <a:t> in </a:t>
            </a:r>
            <a:r>
              <a:rPr lang="hu-HU" err="1"/>
              <a:t>felis</a:t>
            </a:r>
            <a:r>
              <a:rPr lang="hu-HU"/>
              <a:t> </a:t>
            </a:r>
            <a:r>
              <a:rPr lang="hu-HU" err="1"/>
              <a:t>augue</a:t>
            </a:r>
            <a:r>
              <a:rPr lang="hu-HU"/>
              <a:t>. </a:t>
            </a:r>
            <a:r>
              <a:rPr lang="hu-HU" err="1"/>
              <a:t>Sed</a:t>
            </a:r>
            <a:r>
              <a:rPr lang="hu-HU"/>
              <a:t> </a:t>
            </a:r>
            <a:r>
              <a:rPr lang="hu-HU" err="1"/>
              <a:t>bibendum</a:t>
            </a:r>
            <a:r>
              <a:rPr lang="hu-HU"/>
              <a:t> </a:t>
            </a:r>
            <a:r>
              <a:rPr lang="hu-HU" err="1"/>
              <a:t>id</a:t>
            </a:r>
            <a:r>
              <a:rPr lang="hu-HU"/>
              <a:t> </a:t>
            </a:r>
            <a:r>
              <a:rPr lang="hu-HU" err="1"/>
              <a:t>magna</a:t>
            </a:r>
            <a:r>
              <a:rPr lang="hu-HU"/>
              <a:t> </a:t>
            </a:r>
            <a:r>
              <a:rPr lang="hu-HU" err="1"/>
              <a:t>eu</a:t>
            </a:r>
            <a:r>
              <a:rPr lang="hu-HU"/>
              <a:t> </a:t>
            </a:r>
            <a:r>
              <a:rPr lang="hu-HU" err="1"/>
              <a:t>suscipit</a:t>
            </a:r>
            <a:r>
              <a:rPr lang="hu-HU"/>
              <a:t>. </a:t>
            </a:r>
            <a:r>
              <a:rPr lang="hu-HU" err="1"/>
              <a:t>Mauris</a:t>
            </a:r>
            <a:r>
              <a:rPr lang="hu-HU"/>
              <a:t> vitae </a:t>
            </a:r>
            <a:r>
              <a:rPr lang="hu-HU" err="1"/>
              <a:t>lacus</a:t>
            </a:r>
            <a:r>
              <a:rPr lang="hu-HU"/>
              <a:t> </a:t>
            </a:r>
            <a:r>
              <a:rPr lang="hu-HU" err="1"/>
              <a:t>et</a:t>
            </a:r>
            <a:r>
              <a:rPr lang="hu-HU"/>
              <a:t> </a:t>
            </a:r>
            <a:r>
              <a:rPr lang="hu-HU" err="1"/>
              <a:t>neque</a:t>
            </a:r>
            <a:r>
              <a:rPr lang="hu-HU"/>
              <a:t> </a:t>
            </a:r>
            <a:r>
              <a:rPr lang="hu-HU" err="1"/>
              <a:t>vulputate</a:t>
            </a:r>
            <a:r>
              <a:rPr lang="hu-HU"/>
              <a:t> </a:t>
            </a:r>
            <a:r>
              <a:rPr lang="hu-HU" err="1"/>
              <a:t>tincidunt</a:t>
            </a:r>
            <a:r>
              <a:rPr lang="hu-HU"/>
              <a:t>.</a:t>
            </a:r>
          </a:p>
          <a:p>
            <a:r>
              <a:rPr lang="hu-HU"/>
              <a:t>Nulla </a:t>
            </a:r>
            <a:r>
              <a:rPr lang="hu-HU" err="1"/>
              <a:t>condimentum</a:t>
            </a:r>
            <a:r>
              <a:rPr lang="hu-HU"/>
              <a:t> </a:t>
            </a:r>
            <a:r>
              <a:rPr lang="hu-HU" err="1"/>
              <a:t>sagittis</a:t>
            </a:r>
            <a:r>
              <a:rPr lang="hu-HU"/>
              <a:t> </a:t>
            </a:r>
            <a:r>
              <a:rPr lang="hu-HU" err="1"/>
              <a:t>vestibulum</a:t>
            </a:r>
            <a:r>
              <a:rPr lang="hu-HU"/>
              <a:t>. </a:t>
            </a:r>
            <a:r>
              <a:rPr lang="hu-HU" err="1"/>
              <a:t>Morbi</a:t>
            </a:r>
            <a:r>
              <a:rPr lang="hu-HU"/>
              <a:t> </a:t>
            </a:r>
            <a:r>
              <a:rPr lang="hu-HU" err="1"/>
              <a:t>tellus</a:t>
            </a:r>
            <a:r>
              <a:rPr lang="hu-HU"/>
              <a:t> </a:t>
            </a:r>
            <a:r>
              <a:rPr lang="hu-HU" err="1"/>
              <a:t>augue</a:t>
            </a:r>
            <a:r>
              <a:rPr lang="hu-HU"/>
              <a:t>, </a:t>
            </a:r>
            <a:r>
              <a:rPr lang="hu-HU" err="1"/>
              <a:t>scelerisque</a:t>
            </a:r>
            <a:r>
              <a:rPr lang="hu-HU"/>
              <a:t> </a:t>
            </a:r>
            <a:r>
              <a:rPr lang="hu-HU" err="1"/>
              <a:t>sit</a:t>
            </a:r>
            <a:r>
              <a:rPr lang="hu-HU"/>
              <a:t> </a:t>
            </a:r>
            <a:r>
              <a:rPr lang="hu-HU" err="1"/>
              <a:t>amet</a:t>
            </a:r>
            <a:r>
              <a:rPr lang="hu-HU"/>
              <a:t> </a:t>
            </a:r>
            <a:r>
              <a:rPr lang="hu-HU" err="1"/>
              <a:t>tincidunt</a:t>
            </a:r>
            <a:r>
              <a:rPr lang="hu-HU"/>
              <a:t> </a:t>
            </a:r>
            <a:r>
              <a:rPr lang="hu-HU" err="1"/>
              <a:t>pellentesque</a:t>
            </a:r>
            <a:r>
              <a:rPr lang="hu-HU"/>
              <a:t>, </a:t>
            </a:r>
            <a:r>
              <a:rPr lang="hu-HU" err="1"/>
              <a:t>ultricies</a:t>
            </a:r>
            <a:r>
              <a:rPr lang="hu-HU"/>
              <a:t> a </a:t>
            </a:r>
            <a:r>
              <a:rPr lang="hu-HU" err="1"/>
              <a:t>nunc</a:t>
            </a:r>
            <a:r>
              <a:rPr lang="hu-HU"/>
              <a:t>. In </a:t>
            </a:r>
            <a:r>
              <a:rPr lang="hu-HU" err="1"/>
              <a:t>tempor</a:t>
            </a:r>
            <a:r>
              <a:rPr lang="hu-HU"/>
              <a:t> </a:t>
            </a:r>
            <a:r>
              <a:rPr lang="hu-HU" err="1"/>
              <a:t>eros</a:t>
            </a:r>
            <a:r>
              <a:rPr lang="hu-HU"/>
              <a:t> urna. </a:t>
            </a:r>
            <a:r>
              <a:rPr lang="hu-HU" err="1"/>
              <a:t>Proin</a:t>
            </a:r>
            <a:r>
              <a:rPr lang="hu-HU"/>
              <a:t> vitae elit </a:t>
            </a:r>
            <a:r>
              <a:rPr lang="hu-HU" err="1"/>
              <a:t>interdum</a:t>
            </a:r>
            <a:r>
              <a:rPr lang="hu-HU"/>
              <a:t>, </a:t>
            </a:r>
            <a:r>
              <a:rPr lang="hu-HU" err="1"/>
              <a:t>vehicula</a:t>
            </a:r>
            <a:r>
              <a:rPr lang="hu-HU"/>
              <a:t> sem </a:t>
            </a:r>
            <a:r>
              <a:rPr lang="hu-HU" err="1"/>
              <a:t>id</a:t>
            </a:r>
            <a:r>
              <a:rPr lang="hu-HU"/>
              <a:t>, </a:t>
            </a:r>
            <a:r>
              <a:rPr lang="hu-HU" err="1"/>
              <a:t>tempor</a:t>
            </a:r>
            <a:r>
              <a:rPr lang="hu-HU"/>
              <a:t> nulla. </a:t>
            </a:r>
            <a:r>
              <a:rPr lang="hu-HU" err="1"/>
              <a:t>Nam</a:t>
            </a:r>
            <a:r>
              <a:rPr lang="hu-HU"/>
              <a:t> </a:t>
            </a:r>
            <a:r>
              <a:rPr lang="hu-HU" err="1"/>
              <a:t>at</a:t>
            </a:r>
            <a:r>
              <a:rPr lang="hu-HU"/>
              <a:t> sem </a:t>
            </a:r>
            <a:r>
              <a:rPr lang="hu-HU" err="1"/>
              <a:t>sed</a:t>
            </a:r>
            <a:r>
              <a:rPr lang="hu-HU"/>
              <a:t> mi </a:t>
            </a:r>
            <a:r>
              <a:rPr lang="hu-HU" err="1"/>
              <a:t>laoreet</a:t>
            </a:r>
            <a:r>
              <a:rPr lang="hu-HU"/>
              <a:t> </a:t>
            </a:r>
            <a:r>
              <a:rPr lang="hu-HU" err="1"/>
              <a:t>vulputate</a:t>
            </a:r>
            <a:r>
              <a:rPr lang="hu-HU"/>
              <a:t> </a:t>
            </a:r>
            <a:r>
              <a:rPr lang="hu-HU" err="1"/>
              <a:t>eu</a:t>
            </a:r>
            <a:r>
              <a:rPr lang="hu-HU"/>
              <a:t> in urna. </a:t>
            </a:r>
            <a:r>
              <a:rPr lang="hu-HU" err="1"/>
              <a:t>Duis</a:t>
            </a:r>
            <a:r>
              <a:rPr lang="hu-HU"/>
              <a:t> </a:t>
            </a:r>
            <a:r>
              <a:rPr lang="hu-HU" err="1"/>
              <a:t>quis</a:t>
            </a:r>
            <a:r>
              <a:rPr lang="hu-HU"/>
              <a:t> </a:t>
            </a:r>
            <a:r>
              <a:rPr lang="hu-HU" err="1"/>
              <a:t>volutpat</a:t>
            </a:r>
            <a:r>
              <a:rPr lang="hu-HU"/>
              <a:t> felis. Nullam </a:t>
            </a:r>
            <a:r>
              <a:rPr lang="hu-HU" err="1"/>
              <a:t>nec</a:t>
            </a:r>
            <a:r>
              <a:rPr lang="hu-HU"/>
              <a:t> </a:t>
            </a:r>
            <a:r>
              <a:rPr lang="hu-HU" err="1"/>
              <a:t>enim</a:t>
            </a:r>
            <a:r>
              <a:rPr lang="hu-HU"/>
              <a:t> </a:t>
            </a:r>
            <a:r>
              <a:rPr lang="hu-HU" err="1"/>
              <a:t>blandit</a:t>
            </a:r>
            <a:r>
              <a:rPr lang="hu-HU"/>
              <a:t>, </a:t>
            </a:r>
            <a:r>
              <a:rPr lang="hu-HU" err="1"/>
              <a:t>vestibulum</a:t>
            </a:r>
            <a:r>
              <a:rPr lang="hu-HU"/>
              <a:t> </a:t>
            </a:r>
            <a:r>
              <a:rPr lang="hu-HU" err="1"/>
              <a:t>mauris</a:t>
            </a:r>
            <a:r>
              <a:rPr lang="hu-HU"/>
              <a:t> turpis </a:t>
            </a:r>
            <a:r>
              <a:rPr lang="hu-HU" err="1"/>
              <a:t>tincidunt</a:t>
            </a:r>
            <a:r>
              <a:rPr lang="hu-HU"/>
              <a:t> </a:t>
            </a:r>
            <a:r>
              <a:rPr lang="hu-HU" err="1"/>
              <a:t>velit</a:t>
            </a:r>
            <a:r>
              <a:rPr lang="hu-HU"/>
              <a:t>, </a:t>
            </a:r>
            <a:r>
              <a:rPr lang="hu-HU" err="1"/>
              <a:t>id</a:t>
            </a:r>
            <a:r>
              <a:rPr lang="hu-HU"/>
              <a:t> </a:t>
            </a:r>
            <a:r>
              <a:rPr lang="hu-HU" err="1"/>
              <a:t>pulvinar</a:t>
            </a:r>
            <a:r>
              <a:rPr lang="hu-HU"/>
              <a:t> </a:t>
            </a:r>
            <a:r>
              <a:rPr lang="hu-HU" err="1"/>
              <a:t>tellus</a:t>
            </a:r>
            <a:r>
              <a:rPr lang="hu-HU"/>
              <a:t> </a:t>
            </a:r>
            <a:r>
              <a:rPr lang="hu-HU" err="1"/>
              <a:t>tellus</a:t>
            </a:r>
            <a:r>
              <a:rPr lang="hu-HU"/>
              <a:t> </a:t>
            </a:r>
            <a:r>
              <a:rPr lang="hu-HU" err="1"/>
              <a:t>ut</a:t>
            </a:r>
            <a:r>
              <a:rPr lang="hu-HU"/>
              <a:t> </a:t>
            </a:r>
            <a:r>
              <a:rPr lang="hu-HU" err="1"/>
              <a:t>dolor</a:t>
            </a:r>
            <a:r>
              <a:rPr lang="hu-HU"/>
              <a:t>. </a:t>
            </a:r>
            <a:r>
              <a:rPr lang="hu-HU" err="1"/>
              <a:t>Sed</a:t>
            </a:r>
            <a:r>
              <a:rPr lang="hu-HU"/>
              <a:t> </a:t>
            </a:r>
            <a:r>
              <a:rPr lang="hu-HU" err="1"/>
              <a:t>rutrum</a:t>
            </a:r>
            <a:r>
              <a:rPr lang="hu-HU"/>
              <a:t> est </a:t>
            </a:r>
            <a:r>
              <a:rPr lang="hu-HU" err="1"/>
              <a:t>eu</a:t>
            </a:r>
            <a:r>
              <a:rPr lang="hu-HU"/>
              <a:t> nulla </a:t>
            </a:r>
            <a:r>
              <a:rPr lang="hu-HU" err="1"/>
              <a:t>mollis</a:t>
            </a:r>
            <a:r>
              <a:rPr lang="hu-HU"/>
              <a:t>, </a:t>
            </a:r>
            <a:r>
              <a:rPr lang="hu-HU" err="1"/>
              <a:t>eu</a:t>
            </a:r>
            <a:r>
              <a:rPr lang="hu-HU"/>
              <a:t> </a:t>
            </a:r>
            <a:r>
              <a:rPr lang="hu-HU" err="1"/>
              <a:t>dignissim</a:t>
            </a:r>
            <a:r>
              <a:rPr lang="hu-HU"/>
              <a:t> </a:t>
            </a:r>
            <a:r>
              <a:rPr lang="hu-HU" err="1"/>
              <a:t>libero</a:t>
            </a:r>
            <a:r>
              <a:rPr lang="hu-HU"/>
              <a:t> </a:t>
            </a:r>
            <a:r>
              <a:rPr lang="hu-HU" err="1"/>
              <a:t>luctus</a:t>
            </a:r>
            <a:r>
              <a:rPr lang="hu-HU"/>
              <a:t>. </a:t>
            </a:r>
          </a:p>
          <a:p>
            <a:r>
              <a:rPr lang="hu-HU" err="1"/>
              <a:t>Donec</a:t>
            </a:r>
            <a:r>
              <a:rPr lang="hu-HU"/>
              <a:t> </a:t>
            </a:r>
            <a:r>
              <a:rPr lang="hu-HU" err="1"/>
              <a:t>sit</a:t>
            </a:r>
            <a:r>
              <a:rPr lang="hu-HU"/>
              <a:t> </a:t>
            </a:r>
            <a:r>
              <a:rPr lang="hu-HU" err="1"/>
              <a:t>amet</a:t>
            </a:r>
            <a:r>
              <a:rPr lang="hu-HU"/>
              <a:t> </a:t>
            </a:r>
            <a:r>
              <a:rPr lang="hu-HU" err="1"/>
              <a:t>pulvinar</a:t>
            </a:r>
            <a:r>
              <a:rPr lang="hu-HU"/>
              <a:t> </a:t>
            </a:r>
            <a:r>
              <a:rPr lang="hu-HU" err="1"/>
              <a:t>risus</a:t>
            </a:r>
            <a:r>
              <a:rPr lang="hu-HU"/>
              <a:t>. </a:t>
            </a:r>
            <a:r>
              <a:rPr lang="hu-HU" err="1"/>
              <a:t>Praesent</a:t>
            </a:r>
            <a:r>
              <a:rPr lang="hu-HU"/>
              <a:t> </a:t>
            </a:r>
            <a:r>
              <a:rPr lang="hu-HU" err="1"/>
              <a:t>gravida</a:t>
            </a:r>
            <a:r>
              <a:rPr lang="hu-HU"/>
              <a:t> </a:t>
            </a:r>
            <a:r>
              <a:rPr lang="hu-HU" err="1"/>
              <a:t>sollicitudin</a:t>
            </a:r>
            <a:r>
              <a:rPr lang="hu-HU"/>
              <a:t> </a:t>
            </a:r>
            <a:r>
              <a:rPr lang="hu-HU" err="1"/>
              <a:t>felis</a:t>
            </a:r>
            <a:r>
              <a:rPr lang="hu-HU"/>
              <a:t>, </a:t>
            </a:r>
            <a:r>
              <a:rPr lang="hu-HU" err="1"/>
              <a:t>vestibulum</a:t>
            </a:r>
            <a:r>
              <a:rPr lang="hu-HU"/>
              <a:t> </a:t>
            </a:r>
            <a:r>
              <a:rPr lang="hu-HU" err="1"/>
              <a:t>luctus</a:t>
            </a:r>
            <a:r>
              <a:rPr lang="hu-HU"/>
              <a:t> </a:t>
            </a:r>
            <a:r>
              <a:rPr lang="hu-HU" err="1"/>
              <a:t>erat</a:t>
            </a:r>
            <a:r>
              <a:rPr lang="hu-HU"/>
              <a:t> </a:t>
            </a:r>
            <a:r>
              <a:rPr lang="hu-HU" err="1"/>
              <a:t>facilisis</a:t>
            </a:r>
            <a:r>
              <a:rPr lang="hu-HU"/>
              <a:t> </a:t>
            </a:r>
            <a:r>
              <a:rPr lang="hu-HU" err="1"/>
              <a:t>cursus</a:t>
            </a:r>
            <a:r>
              <a:rPr lang="hu-HU"/>
              <a:t>. Proin sagittis arcu felis, sed accumsan urna elementum quis.</a:t>
            </a:r>
          </a:p>
        </p:txBody>
      </p:sp>
      <p:sp>
        <p:nvSpPr>
          <p:cNvPr id="5" name="Szöveg helye 2">
            <a:extLst>
              <a:ext uri="{FF2B5EF4-FFF2-40B4-BE49-F238E27FC236}">
                <a16:creationId xmlns:a16="http://schemas.microsoft.com/office/drawing/2014/main" id="{6CF0023D-8036-A226-257A-DA100288A34A}"/>
              </a:ext>
            </a:extLst>
          </p:cNvPr>
          <p:cNvSpPr>
            <a:spLocks noGrp="1"/>
          </p:cNvSpPr>
          <p:nvPr>
            <p:ph type="body" sz="quarter" idx="21" hasCustomPrompt="1"/>
          </p:nvPr>
        </p:nvSpPr>
        <p:spPr>
          <a:xfrm>
            <a:off x="406302" y="2250294"/>
            <a:ext cx="8788598" cy="1140084"/>
          </a:xfrm>
        </p:spPr>
        <p:txBody>
          <a:bodyPr numCol="1">
            <a:noAutofit/>
          </a:bodyPr>
          <a:lstStyle>
            <a:lvl1pPr marL="0" indent="0" defTabSz="1280160">
              <a:buClrTx/>
              <a:buSzTx/>
              <a:buNone/>
              <a:tabLst/>
              <a:defRPr b="0" i="0" cap="none">
                <a:solidFill>
                  <a:schemeClr val="accent2"/>
                </a:solidFill>
                <a:latin typeface="Arial" panose="020B0604020202020204" pitchFamily="34" charset="0"/>
              </a:defRPr>
            </a:lvl1pPr>
          </a:lstStyle>
          <a:p>
            <a:pPr marL="0" indent="0" defTabSz="914400">
              <a:buClrTx/>
              <a:buSzTx/>
              <a:buNone/>
              <a:tabLst/>
              <a:defRPr cap="none">
                <a:solidFill>
                  <a:schemeClr val="accent2"/>
                </a:solidFill>
              </a:defRPr>
            </a:pPr>
            <a:r>
              <a:rPr lang="hu-HU"/>
              <a:t>Minta alcím szerkesztése</a:t>
            </a:r>
          </a:p>
        </p:txBody>
      </p:sp>
      <p:sp>
        <p:nvSpPr>
          <p:cNvPr id="4" name="Cím 1">
            <a:extLst>
              <a:ext uri="{FF2B5EF4-FFF2-40B4-BE49-F238E27FC236}">
                <a16:creationId xmlns:a16="http://schemas.microsoft.com/office/drawing/2014/main" id="{B03782A2-B608-1BFE-F9EC-84C032AFE5E1}"/>
              </a:ext>
            </a:extLst>
          </p:cNvPr>
          <p:cNvSpPr>
            <a:spLocks noGrp="1"/>
          </p:cNvSpPr>
          <p:nvPr>
            <p:ph type="title" hasCustomPrompt="1"/>
          </p:nvPr>
        </p:nvSpPr>
        <p:spPr>
          <a:xfrm>
            <a:off x="406300" y="825993"/>
            <a:ext cx="8392300" cy="1393599"/>
          </a:xfrm>
        </p:spPr>
        <p:txBody>
          <a:bodyPr>
            <a:noAutofit/>
          </a:bodyPr>
          <a:lstStyle>
            <a:lvl1pPr>
              <a:lnSpc>
                <a:spcPct val="120000"/>
              </a:lnSpc>
              <a:defRPr b="1" i="0">
                <a:solidFill>
                  <a:srgbClr val="FBB82F"/>
                </a:solidFill>
                <a:latin typeface="Arial Black" panose="020B0A04020102020204" pitchFamily="34" charset="0"/>
                <a:cs typeface="Arial" panose="020B0604020202020204" pitchFamily="34" charset="0"/>
              </a:defRPr>
            </a:lvl1pPr>
          </a:lstStyle>
          <a:p>
            <a:r>
              <a:rPr lang="hu-HU"/>
              <a:t>Mintacím szerkesztése</a:t>
            </a:r>
          </a:p>
        </p:txBody>
      </p:sp>
    </p:spTree>
    <p:extLst>
      <p:ext uri="{BB962C8B-B14F-4D97-AF65-F5344CB8AC3E}">
        <p14:creationId xmlns:p14="http://schemas.microsoft.com/office/powerpoint/2010/main" val="369361029"/>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dy_16">
    <p:bg>
      <p:bgPr>
        <a:solidFill>
          <a:srgbClr val="F7F7F7"/>
        </a:solidFill>
        <a:effectLst/>
      </p:bgPr>
    </p:bg>
    <p:spTree>
      <p:nvGrpSpPr>
        <p:cNvPr id="1" name=""/>
        <p:cNvGrpSpPr/>
        <p:nvPr/>
      </p:nvGrpSpPr>
      <p:grpSpPr>
        <a:xfrm>
          <a:off x="0" y="0"/>
          <a:ext cx="0" cy="0"/>
          <a:chOff x="0" y="0"/>
          <a:chExt cx="0" cy="0"/>
        </a:xfrm>
      </p:grpSpPr>
      <p:sp>
        <p:nvSpPr>
          <p:cNvPr id="7" name="Kép helye 4">
            <a:extLst>
              <a:ext uri="{FF2B5EF4-FFF2-40B4-BE49-F238E27FC236}">
                <a16:creationId xmlns:a16="http://schemas.microsoft.com/office/drawing/2014/main" id="{B2FC2B97-A51A-46E6-92C5-8E1FC125A864}"/>
              </a:ext>
            </a:extLst>
          </p:cNvPr>
          <p:cNvSpPr>
            <a:spLocks noGrp="1"/>
          </p:cNvSpPr>
          <p:nvPr>
            <p:ph type="pic" sz="quarter" idx="15"/>
          </p:nvPr>
        </p:nvSpPr>
        <p:spPr>
          <a:xfrm>
            <a:off x="412554" y="4294315"/>
            <a:ext cx="2355395" cy="4184632"/>
          </a:xfrm>
        </p:spPr>
        <p:txBody>
          <a:bodyPr numCol="1" anchor="ctr">
            <a:noAutofit/>
          </a:bodyPr>
          <a:lstStyle>
            <a:lvl1pPr marL="0" indent="0" algn="ctr">
              <a:buNone/>
              <a:defRPr/>
            </a:lvl1pPr>
          </a:lstStyle>
          <a:p>
            <a:endParaRPr lang="hu-HU"/>
          </a:p>
        </p:txBody>
      </p:sp>
      <p:sp>
        <p:nvSpPr>
          <p:cNvPr id="10" name="Szöveg helye 6">
            <a:extLst>
              <a:ext uri="{FF2B5EF4-FFF2-40B4-BE49-F238E27FC236}">
                <a16:creationId xmlns:a16="http://schemas.microsoft.com/office/drawing/2014/main" id="{B6C36F18-C0C6-4E5F-B875-C38AB3A7AA05}"/>
              </a:ext>
            </a:extLst>
          </p:cNvPr>
          <p:cNvSpPr>
            <a:spLocks noGrp="1"/>
          </p:cNvSpPr>
          <p:nvPr>
            <p:ph type="body" sz="quarter" idx="18" hasCustomPrompt="1"/>
          </p:nvPr>
        </p:nvSpPr>
        <p:spPr>
          <a:xfrm>
            <a:off x="412551" y="9705197"/>
            <a:ext cx="2794100" cy="1401379"/>
          </a:xfrm>
        </p:spPr>
        <p:txBody>
          <a:bodyPr tIns="0" bIns="108000">
            <a:noAutofit/>
          </a:bodyPr>
          <a:lstStyle>
            <a:lvl1pPr marL="0" indent="0">
              <a:buNone/>
              <a:defRPr sz="900" b="1" i="0">
                <a:solidFill>
                  <a:schemeClr val="bg2"/>
                </a:solidFill>
                <a:latin typeface="Arial" panose="020B0604020202020204" pitchFamily="34" charset="0"/>
                <a:cs typeface="Arial" panose="020B0604020202020204" pitchFamily="34" charset="0"/>
              </a:defRPr>
            </a:lvl1pPr>
          </a:lstStyle>
          <a:p>
            <a:pPr lvl="0"/>
            <a:r>
              <a:rPr lang="hu-HU"/>
              <a:t>Képaláírás</a:t>
            </a:r>
          </a:p>
        </p:txBody>
      </p:sp>
      <p:sp>
        <p:nvSpPr>
          <p:cNvPr id="11" name="Szöveg helye 6">
            <a:extLst>
              <a:ext uri="{FF2B5EF4-FFF2-40B4-BE49-F238E27FC236}">
                <a16:creationId xmlns:a16="http://schemas.microsoft.com/office/drawing/2014/main" id="{E1759D90-8D81-4277-AFB3-9BD72EE6D0B0}"/>
              </a:ext>
            </a:extLst>
          </p:cNvPr>
          <p:cNvSpPr>
            <a:spLocks noGrp="1"/>
          </p:cNvSpPr>
          <p:nvPr>
            <p:ph type="body" sz="quarter" idx="19" hasCustomPrompt="1"/>
          </p:nvPr>
        </p:nvSpPr>
        <p:spPr>
          <a:xfrm>
            <a:off x="3400425" y="9705197"/>
            <a:ext cx="2800350" cy="1401379"/>
          </a:xfrm>
        </p:spPr>
        <p:txBody>
          <a:bodyPr tIns="0" bIns="108000">
            <a:noAutofit/>
          </a:bodyPr>
          <a:lstStyle>
            <a:lvl1pPr marL="0" indent="0">
              <a:buNone/>
              <a:defRPr sz="900" b="1" i="0">
                <a:solidFill>
                  <a:schemeClr val="bg2"/>
                </a:solidFill>
                <a:latin typeface="Arial" panose="020B0604020202020204" pitchFamily="34" charset="0"/>
                <a:cs typeface="Arial" panose="020B0604020202020204" pitchFamily="34" charset="0"/>
              </a:defRPr>
            </a:lvl1pPr>
          </a:lstStyle>
          <a:p>
            <a:pPr lvl="0"/>
            <a:r>
              <a:rPr lang="hu-HU"/>
              <a:t>Képaláírás</a:t>
            </a:r>
          </a:p>
        </p:txBody>
      </p:sp>
      <p:sp>
        <p:nvSpPr>
          <p:cNvPr id="12" name="Szöveg helye 6">
            <a:extLst>
              <a:ext uri="{FF2B5EF4-FFF2-40B4-BE49-F238E27FC236}">
                <a16:creationId xmlns:a16="http://schemas.microsoft.com/office/drawing/2014/main" id="{617F18BB-9957-43F4-A5BB-120A138F315A}"/>
              </a:ext>
            </a:extLst>
          </p:cNvPr>
          <p:cNvSpPr>
            <a:spLocks noGrp="1"/>
          </p:cNvSpPr>
          <p:nvPr>
            <p:ph type="body" sz="quarter" idx="20" hasCustomPrompt="1"/>
          </p:nvPr>
        </p:nvSpPr>
        <p:spPr>
          <a:xfrm>
            <a:off x="6394549" y="9705197"/>
            <a:ext cx="2800350" cy="1401379"/>
          </a:xfrm>
        </p:spPr>
        <p:txBody>
          <a:bodyPr tIns="0" bIns="108000">
            <a:noAutofit/>
          </a:bodyPr>
          <a:lstStyle>
            <a:lvl1pPr marL="0" indent="0">
              <a:buNone/>
              <a:defRPr sz="900" b="1" i="0">
                <a:solidFill>
                  <a:schemeClr val="bg2"/>
                </a:solidFill>
                <a:latin typeface="Arial" panose="020B0604020202020204" pitchFamily="34" charset="0"/>
                <a:cs typeface="Arial" panose="020B0604020202020204" pitchFamily="34" charset="0"/>
              </a:defRPr>
            </a:lvl1pPr>
          </a:lstStyle>
          <a:p>
            <a:pPr lvl="0"/>
            <a:r>
              <a:rPr lang="hu-HU"/>
              <a:t>Képaláírás</a:t>
            </a:r>
          </a:p>
        </p:txBody>
      </p:sp>
      <p:sp>
        <p:nvSpPr>
          <p:cNvPr id="15" name="Slide Number Placeholder 4">
            <a:extLst>
              <a:ext uri="{FF2B5EF4-FFF2-40B4-BE49-F238E27FC236}">
                <a16:creationId xmlns:a16="http://schemas.microsoft.com/office/drawing/2014/main" id="{64826958-EF54-4489-9140-FF7702181B61}"/>
              </a:ext>
            </a:extLst>
          </p:cNvPr>
          <p:cNvSpPr>
            <a:spLocks noGrp="1"/>
          </p:cNvSpPr>
          <p:nvPr>
            <p:ph type="sldNum" sz="quarter" idx="23"/>
          </p:nvPr>
        </p:nvSpPr>
        <p:spPr>
          <a:xfrm>
            <a:off x="4588994" y="11399505"/>
            <a:ext cx="423212" cy="512071"/>
          </a:xfrm>
        </p:spPr>
        <p:txBody>
          <a:bodyPr anchor="t">
            <a:noAutofit/>
          </a:bodyPr>
          <a:lstStyle>
            <a:lvl1pPr>
              <a:defRPr b="0" i="0">
                <a:latin typeface="Arial" panose="020B0604020202020204" pitchFamily="34" charset="0"/>
              </a:defRPr>
            </a:lvl1pPr>
          </a:lstStyle>
          <a:p>
            <a:fld id="{0DBD4B9B-A4CD-4407-98B0-945CF13A15A0}" type="slidenum">
              <a:rPr lang="hu-HU" smtClean="0"/>
              <a:pPr/>
              <a:t>‹#›</a:t>
            </a:fld>
            <a:endParaRPr lang="hu-HU"/>
          </a:p>
        </p:txBody>
      </p:sp>
      <p:sp>
        <p:nvSpPr>
          <p:cNvPr id="3" name="Cím 1">
            <a:extLst>
              <a:ext uri="{FF2B5EF4-FFF2-40B4-BE49-F238E27FC236}">
                <a16:creationId xmlns:a16="http://schemas.microsoft.com/office/drawing/2014/main" id="{898B53F0-E2C4-ADB1-FB23-0CEFBD99197C}"/>
              </a:ext>
            </a:extLst>
          </p:cNvPr>
          <p:cNvSpPr>
            <a:spLocks noGrp="1"/>
          </p:cNvSpPr>
          <p:nvPr>
            <p:ph type="title" hasCustomPrompt="1"/>
          </p:nvPr>
        </p:nvSpPr>
        <p:spPr>
          <a:xfrm>
            <a:off x="406300" y="825993"/>
            <a:ext cx="8392300" cy="1393599"/>
          </a:xfrm>
        </p:spPr>
        <p:txBody>
          <a:bodyPr>
            <a:noAutofit/>
          </a:bodyPr>
          <a:lstStyle>
            <a:lvl1pPr>
              <a:lnSpc>
                <a:spcPct val="120000"/>
              </a:lnSpc>
              <a:defRPr b="1" i="0">
                <a:solidFill>
                  <a:srgbClr val="FBB82F"/>
                </a:solidFill>
                <a:latin typeface="Arial Black" panose="020B0A04020102020204" pitchFamily="34" charset="0"/>
                <a:cs typeface="Arial" panose="020B0604020202020204" pitchFamily="34" charset="0"/>
              </a:defRPr>
            </a:lvl1pPr>
          </a:lstStyle>
          <a:p>
            <a:r>
              <a:rPr lang="hu-HU"/>
              <a:t>Mintacím szerkesztése</a:t>
            </a:r>
          </a:p>
        </p:txBody>
      </p:sp>
      <p:sp>
        <p:nvSpPr>
          <p:cNvPr id="6" name="Text Placeholder 4">
            <a:extLst>
              <a:ext uri="{FF2B5EF4-FFF2-40B4-BE49-F238E27FC236}">
                <a16:creationId xmlns:a16="http://schemas.microsoft.com/office/drawing/2014/main" id="{487091B4-7167-8140-6D57-A522E2EAC056}"/>
              </a:ext>
            </a:extLst>
          </p:cNvPr>
          <p:cNvSpPr>
            <a:spLocks noGrp="1"/>
          </p:cNvSpPr>
          <p:nvPr>
            <p:ph type="body" sz="quarter" idx="24" hasCustomPrompt="1"/>
          </p:nvPr>
        </p:nvSpPr>
        <p:spPr>
          <a:xfrm>
            <a:off x="412551" y="2250296"/>
            <a:ext cx="8392300" cy="1072726"/>
          </a:xfrm>
        </p:spPr>
        <p:txBody>
          <a:bodyPr>
            <a:noAutofit/>
          </a:bodyPr>
          <a:lstStyle>
            <a:lvl1pPr>
              <a:defRPr sz="900">
                <a:solidFill>
                  <a:schemeClr val="bg2"/>
                </a:solidFill>
              </a:defRPr>
            </a:lvl1pPr>
          </a:lstStyle>
          <a:p>
            <a:pPr lvl="0"/>
            <a:r>
              <a:rPr lang="en-US"/>
              <a:t>Minta </a:t>
            </a:r>
            <a:r>
              <a:rPr lang="en-US" err="1"/>
              <a:t>alcím</a:t>
            </a:r>
            <a:r>
              <a:rPr lang="en-US"/>
              <a:t> </a:t>
            </a:r>
            <a:r>
              <a:rPr lang="en-US" err="1"/>
              <a:t>szerkesztése</a:t>
            </a:r>
            <a:endParaRPr lang="hu-HU"/>
          </a:p>
        </p:txBody>
      </p:sp>
      <p:sp>
        <p:nvSpPr>
          <p:cNvPr id="18" name="Kép helye 4">
            <a:extLst>
              <a:ext uri="{FF2B5EF4-FFF2-40B4-BE49-F238E27FC236}">
                <a16:creationId xmlns:a16="http://schemas.microsoft.com/office/drawing/2014/main" id="{39C361B3-9F02-F20B-1BBE-AA0413EBB3D2}"/>
              </a:ext>
            </a:extLst>
          </p:cNvPr>
          <p:cNvSpPr>
            <a:spLocks noGrp="1"/>
          </p:cNvSpPr>
          <p:nvPr>
            <p:ph type="pic" sz="quarter" idx="25"/>
          </p:nvPr>
        </p:nvSpPr>
        <p:spPr>
          <a:xfrm>
            <a:off x="3400427" y="4294313"/>
            <a:ext cx="2355395" cy="4184632"/>
          </a:xfrm>
        </p:spPr>
        <p:txBody>
          <a:bodyPr numCol="1" anchor="ctr">
            <a:noAutofit/>
          </a:bodyPr>
          <a:lstStyle>
            <a:lvl1pPr marL="0" indent="0" algn="ctr">
              <a:buNone/>
              <a:defRPr/>
            </a:lvl1pPr>
          </a:lstStyle>
          <a:p>
            <a:endParaRPr lang="hu-HU"/>
          </a:p>
        </p:txBody>
      </p:sp>
      <p:sp>
        <p:nvSpPr>
          <p:cNvPr id="19" name="Kép helye 4">
            <a:extLst>
              <a:ext uri="{FF2B5EF4-FFF2-40B4-BE49-F238E27FC236}">
                <a16:creationId xmlns:a16="http://schemas.microsoft.com/office/drawing/2014/main" id="{95FEC53D-1B0C-A6D4-3164-8C4F05AB50A5}"/>
              </a:ext>
            </a:extLst>
          </p:cNvPr>
          <p:cNvSpPr>
            <a:spLocks noGrp="1"/>
          </p:cNvSpPr>
          <p:nvPr>
            <p:ph type="pic" sz="quarter" idx="26"/>
          </p:nvPr>
        </p:nvSpPr>
        <p:spPr>
          <a:xfrm>
            <a:off x="6388300" y="4247822"/>
            <a:ext cx="2355395" cy="4184632"/>
          </a:xfrm>
        </p:spPr>
        <p:txBody>
          <a:bodyPr numCol="1" anchor="ctr">
            <a:noAutofit/>
          </a:bodyPr>
          <a:lstStyle>
            <a:lvl1pPr marL="0" indent="0" algn="ctr">
              <a:buNone/>
              <a:defRPr/>
            </a:lvl1pPr>
          </a:lstStyle>
          <a:p>
            <a:endParaRPr lang="hu-HU"/>
          </a:p>
        </p:txBody>
      </p:sp>
    </p:spTree>
    <p:extLst>
      <p:ext uri="{BB962C8B-B14F-4D97-AF65-F5344CB8AC3E}">
        <p14:creationId xmlns:p14="http://schemas.microsoft.com/office/powerpoint/2010/main" val="1440090572"/>
      </p:ext>
    </p:extLst>
  </p:cSld>
  <p:clrMapOvr>
    <a:masterClrMapping/>
  </p:clrMapOvr>
  <p:transition spd="med"/>
  <p:extLst>
    <p:ext uri="{DCECCB84-F9BA-43D5-87BE-67443E8EF086}">
      <p15:sldGuideLst xmlns:p15="http://schemas.microsoft.com/office/powerpoint/2012/main">
        <p15:guide id="1" pos="256"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dy_17">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4"/>
          </p:nvPr>
        </p:nvSpPr>
        <p:spPr>
          <a:xfrm>
            <a:off x="2568321" y="4267201"/>
            <a:ext cx="1600200" cy="5348224"/>
          </a:xfrm>
          <a:prstGeom prst="rect">
            <a:avLst/>
          </a:prstGeom>
          <a:solidFill>
            <a:srgbClr val="1C2B39"/>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339042"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6" name="Picture Placeholder 8"/>
          <p:cNvSpPr>
            <a:spLocks noGrp="1"/>
          </p:cNvSpPr>
          <p:nvPr>
            <p:ph type="pic" sz="quarter" idx="15"/>
          </p:nvPr>
        </p:nvSpPr>
        <p:spPr>
          <a:xfrm>
            <a:off x="6109764"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8"/>
          </p:nvPr>
        </p:nvSpPr>
        <p:spPr>
          <a:xfrm>
            <a:off x="7976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Cím 1">
            <a:extLst>
              <a:ext uri="{FF2B5EF4-FFF2-40B4-BE49-F238E27FC236}">
                <a16:creationId xmlns:a16="http://schemas.microsoft.com/office/drawing/2014/main" id="{22DEBA68-416C-177A-E5C8-9F3155111E3F}"/>
              </a:ext>
            </a:extLst>
          </p:cNvPr>
          <p:cNvSpPr>
            <a:spLocks noGrp="1"/>
          </p:cNvSpPr>
          <p:nvPr>
            <p:ph type="title" hasCustomPrompt="1"/>
          </p:nvPr>
        </p:nvSpPr>
        <p:spPr>
          <a:xfrm>
            <a:off x="794122" y="2459479"/>
            <a:ext cx="8004478" cy="1523243"/>
          </a:xfrm>
        </p:spPr>
        <p:txBody>
          <a:bodyPr anchor="t">
            <a:noAutofit/>
          </a:bodyPr>
          <a:lstStyle>
            <a:lvl1pPr>
              <a:defRPr>
                <a:solidFill>
                  <a:srgbClr val="FBB82F"/>
                </a:solidFill>
                <a:latin typeface="Arial Black" panose="020B0A04020102020204" pitchFamily="34" charset="0"/>
              </a:defRPr>
            </a:lvl1pPr>
          </a:lstStyle>
          <a:p>
            <a:r>
              <a:rPr lang="hu-HU">
                <a:solidFill>
                  <a:schemeClr val="tx2"/>
                </a:solidFill>
                <a:latin typeface="Arial Black" panose="020B0604020202020204" pitchFamily="34" charset="0"/>
                <a:cs typeface="Arial Black" panose="020B0604020202020204" pitchFamily="34" charset="0"/>
              </a:rPr>
              <a:t>CLICK TO EDIT</a:t>
            </a:r>
          </a:p>
        </p:txBody>
      </p:sp>
    </p:spTree>
    <p:extLst>
      <p:ext uri="{BB962C8B-B14F-4D97-AF65-F5344CB8AC3E}">
        <p14:creationId xmlns:p14="http://schemas.microsoft.com/office/powerpoint/2010/main" val="7436234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dy_20">
    <p:bg>
      <p:bgPr>
        <a:solidFill>
          <a:srgbClr val="F7F7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0" y="1767179"/>
            <a:ext cx="4003002" cy="2333044"/>
          </a:xfrm>
        </p:spPr>
        <p:txBody>
          <a:bodyPr/>
          <a:lstStyle>
            <a:lvl1pPr>
              <a:defRPr b="1" i="0">
                <a:solidFill>
                  <a:schemeClr val="accent1"/>
                </a:solidFill>
                <a:latin typeface="Arial Black" panose="020B0604020202020204" pitchFamily="34" charset="0"/>
                <a:cs typeface="Arial Black"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6400800" y="0"/>
            <a:ext cx="32004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6400800" y="6005236"/>
            <a:ext cx="1230012" cy="2915584"/>
          </a:xfrm>
          <a:prstGeom prst="ellipse">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24798904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dy_Dark_bg_01">
    <p:bg>
      <p:bgPr>
        <a:solidFill>
          <a:srgbClr val="1C2B3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2701" y="1767179"/>
            <a:ext cx="3212749"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4342635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dy_Dark_bg_03">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5600700" y="0"/>
            <a:ext cx="4000500"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23942995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dy_Dark_bg_04">
    <p:bg>
      <p:bgPr>
        <a:solidFill>
          <a:schemeClr val="bg2"/>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0100" y="0"/>
            <a:ext cx="32004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2002540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dy_Dark_bg_05">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5600700" y="8534400"/>
            <a:ext cx="4000500"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687136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dy_Dark_bg_06">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2410803"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4008503" y="1062059"/>
            <a:ext cx="2392299" cy="320514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6" name="Picture Placeholder 8"/>
          <p:cNvSpPr>
            <a:spLocks noGrp="1"/>
          </p:cNvSpPr>
          <p:nvPr>
            <p:ph type="pic" sz="quarter" idx="13"/>
          </p:nvPr>
        </p:nvSpPr>
        <p:spPr>
          <a:xfrm>
            <a:off x="6624830" y="2105151"/>
            <a:ext cx="2392299" cy="320514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4"/>
          </p:nvPr>
        </p:nvSpPr>
        <p:spPr>
          <a:xfrm>
            <a:off x="4008503" y="6404201"/>
            <a:ext cx="2392299" cy="320514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Picture Placeholder 8"/>
          <p:cNvSpPr>
            <a:spLocks noGrp="1"/>
          </p:cNvSpPr>
          <p:nvPr>
            <p:ph type="pic" sz="quarter" idx="15"/>
          </p:nvPr>
        </p:nvSpPr>
        <p:spPr>
          <a:xfrm>
            <a:off x="6624830" y="7447295"/>
            <a:ext cx="2392299" cy="320514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27374949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ody_Dark_bg_07">
    <p:bg>
      <p:bgPr>
        <a:solidFill>
          <a:schemeClr val="bg2"/>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0102" y="0"/>
            <a:ext cx="2408301" cy="8534400"/>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4"/>
          </p:nvPr>
        </p:nvSpPr>
        <p:spPr>
          <a:xfrm>
            <a:off x="3208403" y="8534400"/>
            <a:ext cx="5592699"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22080574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ody_Dark_bg_08">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4792600" y="1062059"/>
            <a:ext cx="4808600" cy="747234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2408303" y="8534400"/>
            <a:ext cx="3992499"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8296371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ody_Dark_bg_09">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7192901" y="0"/>
            <a:ext cx="2408301" cy="8534400"/>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792599" y="5329259"/>
            <a:ext cx="2400300" cy="747234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23995459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ody_Dark_bg_10">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7192901" y="1"/>
            <a:ext cx="2408301" cy="637235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792599" y="6372353"/>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5"/>
          </p:nvPr>
        </p:nvSpPr>
        <p:spPr>
          <a:xfrm>
            <a:off x="4792599" y="-56896"/>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6"/>
          </p:nvPr>
        </p:nvSpPr>
        <p:spPr>
          <a:xfrm>
            <a:off x="7192901" y="6372353"/>
            <a:ext cx="2408301"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590401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ody_Dark_bg_11">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7192901" y="1"/>
            <a:ext cx="2408301" cy="637235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5"/>
          </p:nvPr>
        </p:nvSpPr>
        <p:spPr>
          <a:xfrm>
            <a:off x="4792599" y="-56896"/>
            <a:ext cx="2400300" cy="12858496"/>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6"/>
          </p:nvPr>
        </p:nvSpPr>
        <p:spPr>
          <a:xfrm>
            <a:off x="7192901" y="6372353"/>
            <a:ext cx="2408301"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6692953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ody_Dark_bg_1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7192901" y="0"/>
            <a:ext cx="2408301" cy="12801600"/>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792599" y="6372353"/>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5"/>
          </p:nvPr>
        </p:nvSpPr>
        <p:spPr>
          <a:xfrm>
            <a:off x="4792599" y="-56896"/>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3718173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ody_Dark_bg_13">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4792601" y="1"/>
            <a:ext cx="4808601" cy="637235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792599" y="6372353"/>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6"/>
          </p:nvPr>
        </p:nvSpPr>
        <p:spPr>
          <a:xfrm>
            <a:off x="7192901" y="6372353"/>
            <a:ext cx="2408301"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2031106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ody_Dark_bg_14">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4792601" y="6372353"/>
            <a:ext cx="4808601" cy="6429248"/>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5"/>
          </p:nvPr>
        </p:nvSpPr>
        <p:spPr>
          <a:xfrm>
            <a:off x="4792599" y="-56896"/>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Picture Placeholder 8"/>
          <p:cNvSpPr>
            <a:spLocks noGrp="1"/>
          </p:cNvSpPr>
          <p:nvPr>
            <p:ph type="pic" sz="quarter" idx="16"/>
          </p:nvPr>
        </p:nvSpPr>
        <p:spPr>
          <a:xfrm>
            <a:off x="7192901" y="-56896"/>
            <a:ext cx="2408301"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1806870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ody_Dark_bg_15">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0" y="1767179"/>
            <a:ext cx="3202902"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4"/>
          </p:nvPr>
        </p:nvSpPr>
        <p:spPr>
          <a:xfrm>
            <a:off x="4800600" y="0"/>
            <a:ext cx="1600200" cy="8534400"/>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6400800" y="4267200"/>
            <a:ext cx="1600200" cy="85344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6" name="Picture Placeholder 8"/>
          <p:cNvSpPr>
            <a:spLocks noGrp="1"/>
          </p:cNvSpPr>
          <p:nvPr>
            <p:ph type="pic" sz="quarter" idx="15"/>
          </p:nvPr>
        </p:nvSpPr>
        <p:spPr>
          <a:xfrm>
            <a:off x="8001000" y="0"/>
            <a:ext cx="1600200" cy="85344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339957278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ody_Dark_bg_16">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0" y="1767179"/>
            <a:ext cx="3202902"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4"/>
          </p:nvPr>
        </p:nvSpPr>
        <p:spPr>
          <a:xfrm>
            <a:off x="4736592" y="4053271"/>
            <a:ext cx="1728216" cy="5776084"/>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64008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6" name="Picture Placeholder 8"/>
          <p:cNvSpPr>
            <a:spLocks noGrp="1"/>
          </p:cNvSpPr>
          <p:nvPr>
            <p:ph type="pic" sz="quarter" idx="15"/>
          </p:nvPr>
        </p:nvSpPr>
        <p:spPr>
          <a:xfrm>
            <a:off x="80010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6"/>
          </p:nvPr>
        </p:nvSpPr>
        <p:spPr>
          <a:xfrm>
            <a:off x="32004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Picture Placeholder 8"/>
          <p:cNvSpPr>
            <a:spLocks noGrp="1"/>
          </p:cNvSpPr>
          <p:nvPr>
            <p:ph type="pic" sz="quarter" idx="17"/>
          </p:nvPr>
        </p:nvSpPr>
        <p:spPr>
          <a:xfrm>
            <a:off x="15977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8"/>
          </p:nvPr>
        </p:nvSpPr>
        <p:spPr>
          <a:xfrm>
            <a:off x="-5001"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22840303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ody_Dark_bg_17">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2" y="1767179"/>
            <a:ext cx="3194899"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7" name="Picture Placeholder 8"/>
          <p:cNvSpPr>
            <a:spLocks noGrp="1"/>
          </p:cNvSpPr>
          <p:nvPr>
            <p:ph type="pic" sz="quarter" idx="15"/>
          </p:nvPr>
        </p:nvSpPr>
        <p:spPr>
          <a:xfrm>
            <a:off x="4792599" y="-56896"/>
            <a:ext cx="2400300" cy="12858496"/>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Rectangle 7"/>
          <p:cNvSpPr/>
          <p:nvPr userDrawn="1"/>
        </p:nvSpPr>
        <p:spPr>
          <a:xfrm>
            <a:off x="7192901" y="-56896"/>
            <a:ext cx="2408301" cy="128584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4" b="0" i="0">
              <a:latin typeface="Arial" panose="020B0604020202020204" pitchFamily="34" charset="0"/>
            </a:endParaRPr>
          </a:p>
        </p:txBody>
      </p:sp>
    </p:spTree>
    <p:extLst>
      <p:ext uri="{BB962C8B-B14F-4D97-AF65-F5344CB8AC3E}">
        <p14:creationId xmlns:p14="http://schemas.microsoft.com/office/powerpoint/2010/main" val="1831074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ody_Dark_bg_18">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97800" y="1767179"/>
            <a:ext cx="3202900"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3" name="Picture Placeholder 8"/>
          <p:cNvSpPr>
            <a:spLocks noGrp="1"/>
          </p:cNvSpPr>
          <p:nvPr>
            <p:ph type="pic" sz="quarter" idx="14"/>
          </p:nvPr>
        </p:nvSpPr>
        <p:spPr>
          <a:xfrm>
            <a:off x="5600702" y="2118808"/>
            <a:ext cx="3192399" cy="8539713"/>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4" name="Rectangle 3"/>
          <p:cNvSpPr/>
          <p:nvPr userDrawn="1"/>
        </p:nvSpPr>
        <p:spPr>
          <a:xfrm>
            <a:off x="0" y="2128599"/>
            <a:ext cx="1608202" cy="85299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4" b="0" i="0">
              <a:latin typeface="Arial" panose="020B0604020202020204" pitchFamily="34" charset="0"/>
            </a:endParaRPr>
          </a:p>
        </p:txBody>
      </p:sp>
    </p:spTree>
    <p:extLst>
      <p:ext uri="{BB962C8B-B14F-4D97-AF65-F5344CB8AC3E}">
        <p14:creationId xmlns:p14="http://schemas.microsoft.com/office/powerpoint/2010/main" val="42838913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ody_Dark_bg_19">
    <p:bg>
      <p:bgPr>
        <a:solidFill>
          <a:schemeClr val="bg2"/>
        </a:solidFill>
        <a:effectLst/>
      </p:bgPr>
    </p:bg>
    <p:spTree>
      <p:nvGrpSpPr>
        <p:cNvPr id="1" name=""/>
        <p:cNvGrpSpPr/>
        <p:nvPr/>
      </p:nvGrpSpPr>
      <p:grpSpPr>
        <a:xfrm>
          <a:off x="0" y="0"/>
          <a:ext cx="0" cy="0"/>
          <a:chOff x="0" y="0"/>
          <a:chExt cx="0" cy="0"/>
        </a:xfrm>
      </p:grpSpPr>
      <p:sp>
        <p:nvSpPr>
          <p:cNvPr id="3" name="Picture Placeholder 8"/>
          <p:cNvSpPr>
            <a:spLocks noGrp="1"/>
          </p:cNvSpPr>
          <p:nvPr>
            <p:ph type="pic" sz="quarter" idx="15"/>
          </p:nvPr>
        </p:nvSpPr>
        <p:spPr>
          <a:xfrm>
            <a:off x="800100" y="0"/>
            <a:ext cx="88011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081417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ody_Dark_bg_20">
    <p:spTree>
      <p:nvGrpSpPr>
        <p:cNvPr id="1" name=""/>
        <p:cNvGrpSpPr/>
        <p:nvPr/>
      </p:nvGrpSpPr>
      <p:grpSpPr>
        <a:xfrm>
          <a:off x="0" y="0"/>
          <a:ext cx="0" cy="0"/>
          <a:chOff x="0" y="0"/>
          <a:chExt cx="0" cy="0"/>
        </a:xfrm>
      </p:grpSpPr>
      <p:sp>
        <p:nvSpPr>
          <p:cNvPr id="3" name="Picture Placeholder 8"/>
          <p:cNvSpPr>
            <a:spLocks noGrp="1"/>
          </p:cNvSpPr>
          <p:nvPr>
            <p:ph type="pic" sz="quarter" idx="15"/>
          </p:nvPr>
        </p:nvSpPr>
        <p:spPr>
          <a:xfrm>
            <a:off x="0" y="0"/>
            <a:ext cx="96012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8982929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vice_01">
    <p:bg>
      <p:bgPr>
        <a:solidFill>
          <a:srgbClr val="F7F7F7"/>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BEADD2E-7E39-8EB9-F6AB-9D676AE54D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783491" y="476724"/>
            <a:ext cx="3914918" cy="14416842"/>
          </a:xfrm>
          <a:prstGeom prst="rect">
            <a:avLst/>
          </a:prstGeom>
        </p:spPr>
      </p:pic>
      <p:sp>
        <p:nvSpPr>
          <p:cNvPr id="24" name="Picture Placeholder 8">
            <a:extLst>
              <a:ext uri="{FF2B5EF4-FFF2-40B4-BE49-F238E27FC236}">
                <a16:creationId xmlns:a16="http://schemas.microsoft.com/office/drawing/2014/main" id="{0C1BA476-0B97-2147-B640-B1F9F7BA9BDB}"/>
              </a:ext>
            </a:extLst>
          </p:cNvPr>
          <p:cNvSpPr>
            <a:spLocks noGrp="1"/>
          </p:cNvSpPr>
          <p:nvPr>
            <p:ph type="pic" sz="quarter" idx="27"/>
          </p:nvPr>
        </p:nvSpPr>
        <p:spPr>
          <a:xfrm>
            <a:off x="2558545" y="2721460"/>
            <a:ext cx="2341653" cy="9880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30" name="Text Placeholder 3">
            <a:extLst>
              <a:ext uri="{FF2B5EF4-FFF2-40B4-BE49-F238E27FC236}">
                <a16:creationId xmlns:a16="http://schemas.microsoft.com/office/drawing/2014/main" id="{EACC9880-EEDA-EC78-9589-3BDC31E7F72C}"/>
              </a:ext>
            </a:extLst>
          </p:cNvPr>
          <p:cNvSpPr>
            <a:spLocks noGrp="1"/>
          </p:cNvSpPr>
          <p:nvPr>
            <p:ph type="body" sz="quarter" idx="29" hasCustomPrompt="1"/>
          </p:nvPr>
        </p:nvSpPr>
        <p:spPr>
          <a:xfrm>
            <a:off x="5302634" y="2789735"/>
            <a:ext cx="3166996"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hu-HU"/>
              <a:t>TELEFONOS PÉLDÁK</a:t>
            </a:r>
          </a:p>
        </p:txBody>
      </p:sp>
      <p:sp>
        <p:nvSpPr>
          <p:cNvPr id="31" name="Body Level One…">
            <a:extLst>
              <a:ext uri="{FF2B5EF4-FFF2-40B4-BE49-F238E27FC236}">
                <a16:creationId xmlns:a16="http://schemas.microsoft.com/office/drawing/2014/main" id="{5B951C34-C31C-FC02-7340-732AA8467630}"/>
              </a:ext>
            </a:extLst>
          </p:cNvPr>
          <p:cNvSpPr txBox="1">
            <a:spLocks noGrp="1"/>
          </p:cNvSpPr>
          <p:nvPr>
            <p:ph type="body" sz="half" idx="30" hasCustomPrompt="1"/>
          </p:nvPr>
        </p:nvSpPr>
        <p:spPr>
          <a:xfrm>
            <a:off x="5302634" y="6161837"/>
            <a:ext cx="1814420" cy="5238782"/>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a:t>
            </a:r>
          </a:p>
        </p:txBody>
      </p:sp>
      <p:sp>
        <p:nvSpPr>
          <p:cNvPr id="32" name="Body Level One…">
            <a:extLst>
              <a:ext uri="{FF2B5EF4-FFF2-40B4-BE49-F238E27FC236}">
                <a16:creationId xmlns:a16="http://schemas.microsoft.com/office/drawing/2014/main" id="{4F2A67EC-2555-32DE-C5F0-46B2E0CAB105}"/>
              </a:ext>
            </a:extLst>
          </p:cNvPr>
          <p:cNvSpPr txBox="1">
            <a:spLocks noGrp="1"/>
          </p:cNvSpPr>
          <p:nvPr>
            <p:ph type="body" sz="half" idx="31" hasCustomPrompt="1"/>
          </p:nvPr>
        </p:nvSpPr>
        <p:spPr>
          <a:xfrm>
            <a:off x="5302634" y="5266766"/>
            <a:ext cx="1814420"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3203570385"/>
      </p:ext>
    </p:extLst>
  </p:cSld>
  <p:clrMapOvr>
    <a:masterClrMapping/>
  </p:clrMapOvr>
  <p:extLst>
    <p:ext uri="{DCECCB84-F9BA-43D5-87BE-67443E8EF086}">
      <p15:sldGuideLst xmlns:p15="http://schemas.microsoft.com/office/powerpoint/2012/main">
        <p15:guide id="1" orient="horz" pos="4032" userDrawn="1">
          <p15:clr>
            <a:srgbClr val="FBAE40"/>
          </p15:clr>
        </p15:guide>
        <p15:guide id="2" pos="756"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evice_02">
    <p:bg>
      <p:bgPr>
        <a:solidFill>
          <a:srgbClr val="F7F7F7"/>
        </a:solidFill>
        <a:effectLst/>
      </p:bgPr>
    </p:bg>
    <p:spTree>
      <p:nvGrpSpPr>
        <p:cNvPr id="1" name=""/>
        <p:cNvGrpSpPr/>
        <p:nvPr/>
      </p:nvGrpSpPr>
      <p:grpSpPr>
        <a:xfrm>
          <a:off x="0" y="0"/>
          <a:ext cx="0" cy="0"/>
          <a:chOff x="0" y="0"/>
          <a:chExt cx="0" cy="0"/>
        </a:xfrm>
      </p:grpSpPr>
      <p:pic>
        <p:nvPicPr>
          <p:cNvPr id="36" name="Picture 35"/>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4229739" y="5693026"/>
            <a:ext cx="1716576" cy="7924935"/>
          </a:xfrm>
          <a:prstGeom prst="rect">
            <a:avLst/>
          </a:prstGeom>
        </p:spPr>
      </p:pic>
      <p:pic>
        <p:nvPicPr>
          <p:cNvPr id="37" name="Picture 36"/>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5840940" y="2054287"/>
            <a:ext cx="1716576" cy="7924935"/>
          </a:xfrm>
          <a:prstGeom prst="rect">
            <a:avLst/>
          </a:prstGeom>
        </p:spPr>
      </p:pic>
      <p:pic>
        <p:nvPicPr>
          <p:cNvPr id="38" name="Picture 37"/>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7450081" y="-1034725"/>
            <a:ext cx="1716576" cy="7924935"/>
          </a:xfrm>
          <a:prstGeom prst="rect">
            <a:avLst/>
          </a:prstGeom>
        </p:spPr>
      </p:pic>
      <p:sp>
        <p:nvSpPr>
          <p:cNvPr id="9" name="Picture Placeholder 8">
            <a:extLst>
              <a:ext uri="{FF2B5EF4-FFF2-40B4-BE49-F238E27FC236}">
                <a16:creationId xmlns:a16="http://schemas.microsoft.com/office/drawing/2014/main" id="{7E3329C1-C33B-CE44-B402-715ABAEE47C3}"/>
              </a:ext>
            </a:extLst>
          </p:cNvPr>
          <p:cNvSpPr>
            <a:spLocks noGrp="1"/>
          </p:cNvSpPr>
          <p:nvPr>
            <p:ph type="pic" sz="quarter" idx="29"/>
          </p:nvPr>
        </p:nvSpPr>
        <p:spPr>
          <a:xfrm>
            <a:off x="4430636" y="6871580"/>
            <a:ext cx="1322955" cy="556667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10" name="Picture Placeholder 8">
            <a:extLst>
              <a:ext uri="{FF2B5EF4-FFF2-40B4-BE49-F238E27FC236}">
                <a16:creationId xmlns:a16="http://schemas.microsoft.com/office/drawing/2014/main" id="{33E3FECC-D370-7A4E-8D63-22716D633F3B}"/>
              </a:ext>
            </a:extLst>
          </p:cNvPr>
          <p:cNvSpPr>
            <a:spLocks noGrp="1"/>
          </p:cNvSpPr>
          <p:nvPr>
            <p:ph type="pic" sz="quarter" idx="30"/>
          </p:nvPr>
        </p:nvSpPr>
        <p:spPr>
          <a:xfrm>
            <a:off x="6033310" y="3216517"/>
            <a:ext cx="1322955" cy="556667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11" name="Picture Placeholder 8">
            <a:extLst>
              <a:ext uri="{FF2B5EF4-FFF2-40B4-BE49-F238E27FC236}">
                <a16:creationId xmlns:a16="http://schemas.microsoft.com/office/drawing/2014/main" id="{88885905-FEC4-E242-BF71-F00378D43B2C}"/>
              </a:ext>
            </a:extLst>
          </p:cNvPr>
          <p:cNvSpPr>
            <a:spLocks noGrp="1"/>
          </p:cNvSpPr>
          <p:nvPr>
            <p:ph type="pic" sz="quarter" idx="31"/>
          </p:nvPr>
        </p:nvSpPr>
        <p:spPr>
          <a:xfrm>
            <a:off x="7642450" y="127505"/>
            <a:ext cx="1322955" cy="556667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4" name="Text Placeholder 3">
            <a:extLst>
              <a:ext uri="{FF2B5EF4-FFF2-40B4-BE49-F238E27FC236}">
                <a16:creationId xmlns:a16="http://schemas.microsoft.com/office/drawing/2014/main" id="{3E24EBE3-949B-2203-B40E-6F5434E4AD0C}"/>
              </a:ext>
            </a:extLst>
          </p:cNvPr>
          <p:cNvSpPr>
            <a:spLocks noGrp="1"/>
          </p:cNvSpPr>
          <p:nvPr>
            <p:ph type="body" sz="quarter" idx="10" hasCustomPrompt="1"/>
          </p:nvPr>
        </p:nvSpPr>
        <p:spPr>
          <a:xfrm>
            <a:off x="1200153" y="2101005"/>
            <a:ext cx="2503392"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hu-HU"/>
              <a:t>TELEFONOS PÉLDÁK</a:t>
            </a:r>
          </a:p>
        </p:txBody>
      </p:sp>
      <p:sp>
        <p:nvSpPr>
          <p:cNvPr id="5" name="Body Level One…">
            <a:extLst>
              <a:ext uri="{FF2B5EF4-FFF2-40B4-BE49-F238E27FC236}">
                <a16:creationId xmlns:a16="http://schemas.microsoft.com/office/drawing/2014/main" id="{426056B6-9E8D-7487-0A42-E894024A0058}"/>
              </a:ext>
            </a:extLst>
          </p:cNvPr>
          <p:cNvSpPr txBox="1">
            <a:spLocks noGrp="1"/>
          </p:cNvSpPr>
          <p:nvPr>
            <p:ph type="body" sz="half" idx="17" hasCustomPrompt="1"/>
          </p:nvPr>
        </p:nvSpPr>
        <p:spPr>
          <a:xfrm>
            <a:off x="1200150" y="5473107"/>
            <a:ext cx="2246474" cy="5238782"/>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a:t>
            </a:r>
          </a:p>
        </p:txBody>
      </p:sp>
      <p:sp>
        <p:nvSpPr>
          <p:cNvPr id="6" name="Body Level One…">
            <a:extLst>
              <a:ext uri="{FF2B5EF4-FFF2-40B4-BE49-F238E27FC236}">
                <a16:creationId xmlns:a16="http://schemas.microsoft.com/office/drawing/2014/main" id="{B4F80B5D-0ACD-2210-3671-006AD1E2CCC5}"/>
              </a:ext>
            </a:extLst>
          </p:cNvPr>
          <p:cNvSpPr txBox="1">
            <a:spLocks noGrp="1"/>
          </p:cNvSpPr>
          <p:nvPr>
            <p:ph type="body" sz="half" idx="32" hasCustomPrompt="1"/>
          </p:nvPr>
        </p:nvSpPr>
        <p:spPr>
          <a:xfrm>
            <a:off x="1200150" y="4578036"/>
            <a:ext cx="2246474"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1891811288"/>
      </p:ext>
    </p:extLst>
  </p:cSld>
  <p:clrMapOvr>
    <a:masterClrMapping/>
  </p:clrMapOvr>
  <p:extLst>
    <p:ext uri="{DCECCB84-F9BA-43D5-87BE-67443E8EF086}">
      <p15:sldGuideLst xmlns:p15="http://schemas.microsoft.com/office/powerpoint/2012/main">
        <p15:guide id="3" pos="5708" userDrawn="1">
          <p15:clr>
            <a:srgbClr val="FBAE40"/>
          </p15:clr>
        </p15:guide>
        <p15:guide id="4" pos="756"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evice_03">
    <p:bg>
      <p:bgPr>
        <a:solidFill>
          <a:srgbClr val="F7F7F7"/>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EFFD029-F8DF-3865-62BE-B5D109426E00}"/>
              </a:ext>
            </a:extLst>
          </p:cNvPr>
          <p:cNvCxnSpPr>
            <a:cxnSpLocks noChangeAspect="1"/>
          </p:cNvCxnSpPr>
          <p:nvPr userDrawn="1"/>
        </p:nvCxnSpPr>
        <p:spPr>
          <a:xfrm flipH="1">
            <a:off x="1648264" y="-808896"/>
            <a:ext cx="3243810" cy="18114221"/>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3878790" y="665391"/>
            <a:ext cx="7918040" cy="11256475"/>
          </a:xfrm>
          <a:prstGeom prst="rect">
            <a:avLst/>
          </a:prstGeom>
          <a:effectLst/>
        </p:spPr>
      </p:pic>
      <p:sp>
        <p:nvSpPr>
          <p:cNvPr id="6" name="Picture Placeholder 8">
            <a:extLst>
              <a:ext uri="{FF2B5EF4-FFF2-40B4-BE49-F238E27FC236}">
                <a16:creationId xmlns:a16="http://schemas.microsoft.com/office/drawing/2014/main" id="{56E8CE5C-F9F3-434D-AC0B-6AB02A330690}"/>
              </a:ext>
            </a:extLst>
          </p:cNvPr>
          <p:cNvSpPr>
            <a:spLocks noGrp="1"/>
          </p:cNvSpPr>
          <p:nvPr>
            <p:ph type="pic" sz="quarter" idx="31"/>
          </p:nvPr>
        </p:nvSpPr>
        <p:spPr>
          <a:xfrm>
            <a:off x="4812000" y="1513289"/>
            <a:ext cx="6060649" cy="8998389"/>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13" name="Text Placeholder 3">
            <a:extLst>
              <a:ext uri="{FF2B5EF4-FFF2-40B4-BE49-F238E27FC236}">
                <a16:creationId xmlns:a16="http://schemas.microsoft.com/office/drawing/2014/main" id="{A5A61561-9834-97A0-B71A-0CA9F45DBCF9}"/>
              </a:ext>
            </a:extLst>
          </p:cNvPr>
          <p:cNvSpPr>
            <a:spLocks noGrp="1"/>
          </p:cNvSpPr>
          <p:nvPr>
            <p:ph type="body" sz="quarter" idx="10" hasCustomPrompt="1"/>
          </p:nvPr>
        </p:nvSpPr>
        <p:spPr>
          <a:xfrm>
            <a:off x="1200150" y="2101005"/>
            <a:ext cx="2960370"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r>
              <a:rPr lang="hu-HU"/>
              <a:t>LAPTOPON PREZENTÁCIÓ</a:t>
            </a:r>
          </a:p>
        </p:txBody>
      </p:sp>
      <p:sp>
        <p:nvSpPr>
          <p:cNvPr id="14" name="Body Level One…">
            <a:extLst>
              <a:ext uri="{FF2B5EF4-FFF2-40B4-BE49-F238E27FC236}">
                <a16:creationId xmlns:a16="http://schemas.microsoft.com/office/drawing/2014/main" id="{6158E7D6-7692-EA53-419C-8048677370C7}"/>
              </a:ext>
            </a:extLst>
          </p:cNvPr>
          <p:cNvSpPr txBox="1">
            <a:spLocks noGrp="1"/>
          </p:cNvSpPr>
          <p:nvPr>
            <p:ph type="body" sz="half" idx="17" hasCustomPrompt="1"/>
          </p:nvPr>
        </p:nvSpPr>
        <p:spPr>
          <a:xfrm>
            <a:off x="1200152" y="5473107"/>
            <a:ext cx="1754456" cy="5238782"/>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a:t>
            </a:r>
          </a:p>
        </p:txBody>
      </p:sp>
      <p:sp>
        <p:nvSpPr>
          <p:cNvPr id="15" name="Body Level One…">
            <a:extLst>
              <a:ext uri="{FF2B5EF4-FFF2-40B4-BE49-F238E27FC236}">
                <a16:creationId xmlns:a16="http://schemas.microsoft.com/office/drawing/2014/main" id="{D74C37C9-0334-2880-7A4D-FC3AFA784A11}"/>
              </a:ext>
            </a:extLst>
          </p:cNvPr>
          <p:cNvSpPr txBox="1">
            <a:spLocks noGrp="1"/>
          </p:cNvSpPr>
          <p:nvPr>
            <p:ph type="body" sz="half" idx="30" hasCustomPrompt="1"/>
          </p:nvPr>
        </p:nvSpPr>
        <p:spPr>
          <a:xfrm>
            <a:off x="1200152" y="4578036"/>
            <a:ext cx="1754456"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2440406489"/>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vice_04">
    <p:bg>
      <p:bgPr>
        <a:solidFill>
          <a:srgbClr val="F7F7F7"/>
        </a:soli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A5A61561-9834-97A0-B71A-0CA9F45DBCF9}"/>
              </a:ext>
            </a:extLst>
          </p:cNvPr>
          <p:cNvSpPr>
            <a:spLocks noGrp="1"/>
          </p:cNvSpPr>
          <p:nvPr>
            <p:ph type="body" sz="quarter" idx="10" hasCustomPrompt="1"/>
          </p:nvPr>
        </p:nvSpPr>
        <p:spPr>
          <a:xfrm>
            <a:off x="802601" y="1511688"/>
            <a:ext cx="1754456"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r>
              <a:rPr lang="en-US">
                <a:solidFill>
                  <a:srgbClr val="FCB92F"/>
                </a:solidFill>
                <a:latin typeface="Arial Black" panose="020B0604020202020204" pitchFamily="34" charset="0"/>
                <a:cs typeface="Arial Black" panose="020B0604020202020204" pitchFamily="34" charset="0"/>
              </a:rPr>
              <a:t>ÓRIÁS-PLAKÁT</a:t>
            </a:r>
            <a:endParaRPr lang="en-US">
              <a:solidFill>
                <a:srgbClr val="FCB92F"/>
              </a:solidFill>
            </a:endParaRPr>
          </a:p>
        </p:txBody>
      </p:sp>
      <p:sp>
        <p:nvSpPr>
          <p:cNvPr id="14" name="Body Level One…">
            <a:extLst>
              <a:ext uri="{FF2B5EF4-FFF2-40B4-BE49-F238E27FC236}">
                <a16:creationId xmlns:a16="http://schemas.microsoft.com/office/drawing/2014/main" id="{6158E7D6-7692-EA53-419C-8048677370C7}"/>
              </a:ext>
            </a:extLst>
          </p:cNvPr>
          <p:cNvSpPr txBox="1">
            <a:spLocks noGrp="1"/>
          </p:cNvSpPr>
          <p:nvPr>
            <p:ph type="body" sz="half" idx="17" hasCustomPrompt="1"/>
          </p:nvPr>
        </p:nvSpPr>
        <p:spPr>
          <a:xfrm>
            <a:off x="802600" y="4883790"/>
            <a:ext cx="1587698" cy="2404317"/>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a:t>
            </a:r>
          </a:p>
        </p:txBody>
      </p:sp>
      <p:sp>
        <p:nvSpPr>
          <p:cNvPr id="15" name="Body Level One…">
            <a:extLst>
              <a:ext uri="{FF2B5EF4-FFF2-40B4-BE49-F238E27FC236}">
                <a16:creationId xmlns:a16="http://schemas.microsoft.com/office/drawing/2014/main" id="{D74C37C9-0334-2880-7A4D-FC3AFA784A11}"/>
              </a:ext>
            </a:extLst>
          </p:cNvPr>
          <p:cNvSpPr txBox="1">
            <a:spLocks noGrp="1"/>
          </p:cNvSpPr>
          <p:nvPr>
            <p:ph type="body" sz="half" idx="30" hasCustomPrompt="1"/>
          </p:nvPr>
        </p:nvSpPr>
        <p:spPr>
          <a:xfrm>
            <a:off x="802600" y="3988717"/>
            <a:ext cx="1587698"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3935949065"/>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evice_05">
    <p:bg>
      <p:bgPr>
        <a:solidFill>
          <a:srgbClr val="F7F7F7"/>
        </a:soli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A5A61561-9834-97A0-B71A-0CA9F45DBCF9}"/>
              </a:ext>
            </a:extLst>
          </p:cNvPr>
          <p:cNvSpPr>
            <a:spLocks noGrp="1"/>
          </p:cNvSpPr>
          <p:nvPr>
            <p:ph type="body" sz="quarter" idx="10" hasCustomPrompt="1"/>
          </p:nvPr>
        </p:nvSpPr>
        <p:spPr>
          <a:xfrm>
            <a:off x="802600" y="3948515"/>
            <a:ext cx="2146791"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r>
              <a:rPr lang="en-US">
                <a:solidFill>
                  <a:srgbClr val="FCB92F"/>
                </a:solidFill>
                <a:latin typeface="Arial Black" panose="020B0604020202020204" pitchFamily="34" charset="0"/>
                <a:cs typeface="Arial Black" panose="020B0604020202020204" pitchFamily="34" charset="0"/>
              </a:rPr>
              <a:t>ÓRIÁS-PLAKÁT</a:t>
            </a:r>
            <a:endParaRPr lang="en-US">
              <a:solidFill>
                <a:srgbClr val="FCB92F"/>
              </a:solidFill>
            </a:endParaRPr>
          </a:p>
        </p:txBody>
      </p:sp>
      <p:sp>
        <p:nvSpPr>
          <p:cNvPr id="14" name="Body Level One…">
            <a:extLst>
              <a:ext uri="{FF2B5EF4-FFF2-40B4-BE49-F238E27FC236}">
                <a16:creationId xmlns:a16="http://schemas.microsoft.com/office/drawing/2014/main" id="{6158E7D6-7692-EA53-419C-8048677370C7}"/>
              </a:ext>
            </a:extLst>
          </p:cNvPr>
          <p:cNvSpPr txBox="1">
            <a:spLocks noGrp="1"/>
          </p:cNvSpPr>
          <p:nvPr>
            <p:ph type="body" sz="half" idx="17" hasCustomPrompt="1"/>
          </p:nvPr>
        </p:nvSpPr>
        <p:spPr>
          <a:xfrm>
            <a:off x="802601" y="7320619"/>
            <a:ext cx="1942742" cy="2404317"/>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a:t>
            </a:r>
          </a:p>
        </p:txBody>
      </p:sp>
      <p:sp>
        <p:nvSpPr>
          <p:cNvPr id="15" name="Body Level One…">
            <a:extLst>
              <a:ext uri="{FF2B5EF4-FFF2-40B4-BE49-F238E27FC236}">
                <a16:creationId xmlns:a16="http://schemas.microsoft.com/office/drawing/2014/main" id="{D74C37C9-0334-2880-7A4D-FC3AFA784A11}"/>
              </a:ext>
            </a:extLst>
          </p:cNvPr>
          <p:cNvSpPr txBox="1">
            <a:spLocks noGrp="1"/>
          </p:cNvSpPr>
          <p:nvPr>
            <p:ph type="body" sz="half" idx="30" hasCustomPrompt="1"/>
          </p:nvPr>
        </p:nvSpPr>
        <p:spPr>
          <a:xfrm>
            <a:off x="802601" y="6425546"/>
            <a:ext cx="1942742"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3212820426"/>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evice_06">
    <p:bg>
      <p:bgPr>
        <a:solidFill>
          <a:srgbClr val="F7F7F7"/>
        </a:solidFill>
        <a:effectLst/>
      </p:bgPr>
    </p:bg>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800602" y="1536835"/>
            <a:ext cx="3889773" cy="12754952"/>
          </a:xfrm>
          <a:prstGeom prst="rect">
            <a:avLst/>
          </a:prstGeom>
          <a:effectLst/>
        </p:spPr>
      </p:pic>
      <p:sp>
        <p:nvSpPr>
          <p:cNvPr id="6" name="Picture Placeholder 8">
            <a:extLst>
              <a:ext uri="{FF2B5EF4-FFF2-40B4-BE49-F238E27FC236}">
                <a16:creationId xmlns:a16="http://schemas.microsoft.com/office/drawing/2014/main" id="{35526AF2-DD41-6D4F-BF29-E7C709CE1650}"/>
              </a:ext>
            </a:extLst>
          </p:cNvPr>
          <p:cNvSpPr>
            <a:spLocks noGrp="1"/>
          </p:cNvSpPr>
          <p:nvPr>
            <p:ph type="pic" sz="quarter" idx="31"/>
          </p:nvPr>
        </p:nvSpPr>
        <p:spPr>
          <a:xfrm>
            <a:off x="5176095" y="2991263"/>
            <a:ext cx="3129897" cy="987793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4" name="Text Placeholder 3">
            <a:extLst>
              <a:ext uri="{FF2B5EF4-FFF2-40B4-BE49-F238E27FC236}">
                <a16:creationId xmlns:a16="http://schemas.microsoft.com/office/drawing/2014/main" id="{819B86C5-8416-569A-F222-86FA7588187E}"/>
              </a:ext>
            </a:extLst>
          </p:cNvPr>
          <p:cNvSpPr>
            <a:spLocks noGrp="1"/>
          </p:cNvSpPr>
          <p:nvPr>
            <p:ph type="body" sz="quarter" idx="10" hasCustomPrompt="1"/>
          </p:nvPr>
        </p:nvSpPr>
        <p:spPr>
          <a:xfrm>
            <a:off x="1596451" y="2101005"/>
            <a:ext cx="3204151"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en-US">
                <a:solidFill>
                  <a:srgbClr val="FCB92F"/>
                </a:solidFill>
                <a:latin typeface="Arial Black" panose="020B0604020202020204" pitchFamily="34" charset="0"/>
                <a:cs typeface="Arial Black" panose="020B0604020202020204" pitchFamily="34" charset="0"/>
              </a:rPr>
              <a:t>TABLETEN PREZENTÁCIÓ</a:t>
            </a:r>
            <a:endParaRPr lang="hu-HU"/>
          </a:p>
        </p:txBody>
      </p:sp>
      <p:sp>
        <p:nvSpPr>
          <p:cNvPr id="5" name="Body Level One…">
            <a:extLst>
              <a:ext uri="{FF2B5EF4-FFF2-40B4-BE49-F238E27FC236}">
                <a16:creationId xmlns:a16="http://schemas.microsoft.com/office/drawing/2014/main" id="{0809E3B8-3D8B-353E-8D89-E2D45B9270F1}"/>
              </a:ext>
            </a:extLst>
          </p:cNvPr>
          <p:cNvSpPr txBox="1">
            <a:spLocks noGrp="1"/>
          </p:cNvSpPr>
          <p:nvPr>
            <p:ph type="body" sz="half" idx="17" hasCustomPrompt="1"/>
          </p:nvPr>
        </p:nvSpPr>
        <p:spPr>
          <a:xfrm>
            <a:off x="1596449" y="5473106"/>
            <a:ext cx="2819768" cy="1625348"/>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a:t>
            </a:r>
          </a:p>
        </p:txBody>
      </p:sp>
      <p:sp>
        <p:nvSpPr>
          <p:cNvPr id="7" name="Body Level One…">
            <a:extLst>
              <a:ext uri="{FF2B5EF4-FFF2-40B4-BE49-F238E27FC236}">
                <a16:creationId xmlns:a16="http://schemas.microsoft.com/office/drawing/2014/main" id="{AD4DEBFF-DC48-3294-6280-3D0FB77712D5}"/>
              </a:ext>
            </a:extLst>
          </p:cNvPr>
          <p:cNvSpPr txBox="1">
            <a:spLocks noGrp="1"/>
          </p:cNvSpPr>
          <p:nvPr>
            <p:ph type="body" sz="half" idx="30" hasCustomPrompt="1"/>
          </p:nvPr>
        </p:nvSpPr>
        <p:spPr>
          <a:xfrm>
            <a:off x="1596449" y="4578036"/>
            <a:ext cx="2819768"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521030899"/>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50286-309F-A3D4-ECD9-F71B2D7CB79F}"/>
              </a:ext>
            </a:extLst>
          </p:cNvPr>
          <p:cNvSpPr>
            <a:spLocks noGrp="1"/>
          </p:cNvSpPr>
          <p:nvPr>
            <p:ph type="ctrTitle"/>
          </p:nvPr>
        </p:nvSpPr>
        <p:spPr>
          <a:xfrm>
            <a:off x="1200150" y="2095500"/>
            <a:ext cx="7200900" cy="4456113"/>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E63FAA-3235-4AD9-CA9D-E9362E420F56}"/>
              </a:ext>
            </a:extLst>
          </p:cNvPr>
          <p:cNvSpPr>
            <a:spLocks noGrp="1"/>
          </p:cNvSpPr>
          <p:nvPr>
            <p:ph type="subTitle" idx="1"/>
          </p:nvPr>
        </p:nvSpPr>
        <p:spPr>
          <a:xfrm>
            <a:off x="1200150" y="6723063"/>
            <a:ext cx="7200900" cy="30908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Footer Placeholder 3">
            <a:extLst>
              <a:ext uri="{FF2B5EF4-FFF2-40B4-BE49-F238E27FC236}">
                <a16:creationId xmlns:a16="http://schemas.microsoft.com/office/drawing/2014/main" id="{0BEC39B0-6EF3-C727-9545-9167DE18A61C}"/>
              </a:ext>
            </a:extLst>
          </p:cNvPr>
          <p:cNvSpPr>
            <a:spLocks noGrp="1"/>
          </p:cNvSpPr>
          <p:nvPr>
            <p:ph type="ftr" sz="quarter" idx="10"/>
          </p:nvPr>
        </p:nvSpPr>
        <p:spPr/>
        <p:txBody>
          <a:bodyPr/>
          <a:lstStyle/>
          <a:p>
            <a:endParaRPr lang="en-HU"/>
          </a:p>
        </p:txBody>
      </p:sp>
    </p:spTree>
    <p:extLst>
      <p:ext uri="{BB962C8B-B14F-4D97-AF65-F5344CB8AC3E}">
        <p14:creationId xmlns:p14="http://schemas.microsoft.com/office/powerpoint/2010/main" val="260868654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0045" y="2651197"/>
            <a:ext cx="4080510" cy="1829365"/>
          </a:xfrm>
        </p:spPr>
        <p:txBody>
          <a:bodyPr/>
          <a:lstStyle/>
          <a:p>
            <a:r>
              <a:rPr lang="en-US"/>
              <a:t>Click to edit Master title style</a:t>
            </a:r>
          </a:p>
        </p:txBody>
      </p:sp>
      <p:sp>
        <p:nvSpPr>
          <p:cNvPr id="3" name="Subtitle 2"/>
          <p:cNvSpPr>
            <a:spLocks noGrp="1"/>
          </p:cNvSpPr>
          <p:nvPr>
            <p:ph type="subTitle" idx="1"/>
          </p:nvPr>
        </p:nvSpPr>
        <p:spPr>
          <a:xfrm>
            <a:off x="720090" y="4836159"/>
            <a:ext cx="3360420" cy="2181014"/>
          </a:xfrm>
        </p:spPr>
        <p:txBody>
          <a:bodyPr/>
          <a:lstStyle>
            <a:lvl1pPr marL="0" indent="0" algn="ctr">
              <a:buNone/>
              <a:defRPr>
                <a:solidFill>
                  <a:schemeClr val="tx1">
                    <a:tint val="75000"/>
                  </a:schemeClr>
                </a:solidFill>
              </a:defRPr>
            </a:lvl1pPr>
            <a:lvl2pPr marL="171461" indent="0" algn="ctr">
              <a:buNone/>
              <a:defRPr>
                <a:solidFill>
                  <a:schemeClr val="tx1">
                    <a:tint val="75000"/>
                  </a:schemeClr>
                </a:solidFill>
              </a:defRPr>
            </a:lvl2pPr>
            <a:lvl3pPr marL="342924" indent="0" algn="ctr">
              <a:buNone/>
              <a:defRPr>
                <a:solidFill>
                  <a:schemeClr val="tx1">
                    <a:tint val="75000"/>
                  </a:schemeClr>
                </a:solidFill>
              </a:defRPr>
            </a:lvl3pPr>
            <a:lvl4pPr marL="514387" indent="0" algn="ctr">
              <a:buNone/>
              <a:defRPr>
                <a:solidFill>
                  <a:schemeClr val="tx1">
                    <a:tint val="75000"/>
                  </a:schemeClr>
                </a:solidFill>
              </a:defRPr>
            </a:lvl4pPr>
            <a:lvl5pPr marL="685847" indent="0" algn="ctr">
              <a:buNone/>
              <a:defRPr>
                <a:solidFill>
                  <a:schemeClr val="tx1">
                    <a:tint val="75000"/>
                  </a:schemeClr>
                </a:solidFill>
              </a:defRPr>
            </a:lvl5pPr>
            <a:lvl6pPr marL="857310" indent="0" algn="ctr">
              <a:buNone/>
              <a:defRPr>
                <a:solidFill>
                  <a:schemeClr val="tx1">
                    <a:tint val="75000"/>
                  </a:schemeClr>
                </a:solidFill>
              </a:defRPr>
            </a:lvl6pPr>
            <a:lvl7pPr marL="1028772" indent="0" algn="ctr">
              <a:buNone/>
              <a:defRPr>
                <a:solidFill>
                  <a:schemeClr val="tx1">
                    <a:tint val="75000"/>
                  </a:schemeClr>
                </a:solidFill>
              </a:defRPr>
            </a:lvl7pPr>
            <a:lvl8pPr marL="1200234" indent="0" algn="ctr">
              <a:buNone/>
              <a:defRPr>
                <a:solidFill>
                  <a:schemeClr val="tx1">
                    <a:tint val="75000"/>
                  </a:schemeClr>
                </a:solidFill>
              </a:defRPr>
            </a:lvl8pPr>
            <a:lvl9pPr marL="137169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0491837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0518819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79214" y="5484144"/>
            <a:ext cx="4080510" cy="1695028"/>
          </a:xfrm>
        </p:spPr>
        <p:txBody>
          <a:bodyPr anchor="t"/>
          <a:lstStyle>
            <a:lvl1pPr algn="l">
              <a:defRPr sz="1499" b="1" cap="all"/>
            </a:lvl1pPr>
          </a:lstStyle>
          <a:p>
            <a:r>
              <a:rPr lang="en-US"/>
              <a:t>Click to edit Master title style</a:t>
            </a:r>
          </a:p>
        </p:txBody>
      </p:sp>
      <p:sp>
        <p:nvSpPr>
          <p:cNvPr id="3" name="Text Placeholder 2"/>
          <p:cNvSpPr>
            <a:spLocks noGrp="1"/>
          </p:cNvSpPr>
          <p:nvPr>
            <p:ph type="body" idx="1"/>
          </p:nvPr>
        </p:nvSpPr>
        <p:spPr>
          <a:xfrm>
            <a:off x="379214" y="3617244"/>
            <a:ext cx="4080510" cy="1866900"/>
          </a:xfrm>
        </p:spPr>
        <p:txBody>
          <a:bodyPr anchor="b"/>
          <a:lstStyle>
            <a:lvl1pPr marL="0" indent="0">
              <a:buNone/>
              <a:defRPr sz="750">
                <a:solidFill>
                  <a:schemeClr val="tx1">
                    <a:tint val="75000"/>
                  </a:schemeClr>
                </a:solidFill>
              </a:defRPr>
            </a:lvl1pPr>
            <a:lvl2pPr marL="171461" indent="0">
              <a:buNone/>
              <a:defRPr sz="675">
                <a:solidFill>
                  <a:schemeClr val="tx1">
                    <a:tint val="75000"/>
                  </a:schemeClr>
                </a:solidFill>
              </a:defRPr>
            </a:lvl2pPr>
            <a:lvl3pPr marL="342924" indent="0">
              <a:buNone/>
              <a:defRPr sz="601">
                <a:solidFill>
                  <a:schemeClr val="tx1">
                    <a:tint val="75000"/>
                  </a:schemeClr>
                </a:solidFill>
              </a:defRPr>
            </a:lvl3pPr>
            <a:lvl4pPr marL="514387" indent="0">
              <a:buNone/>
              <a:defRPr sz="525">
                <a:solidFill>
                  <a:schemeClr val="tx1">
                    <a:tint val="75000"/>
                  </a:schemeClr>
                </a:solidFill>
              </a:defRPr>
            </a:lvl4pPr>
            <a:lvl5pPr marL="685847" indent="0">
              <a:buNone/>
              <a:defRPr sz="525">
                <a:solidFill>
                  <a:schemeClr val="tx1">
                    <a:tint val="75000"/>
                  </a:schemeClr>
                </a:solidFill>
              </a:defRPr>
            </a:lvl5pPr>
            <a:lvl6pPr marL="857310" indent="0">
              <a:buNone/>
              <a:defRPr sz="525">
                <a:solidFill>
                  <a:schemeClr val="tx1">
                    <a:tint val="75000"/>
                  </a:schemeClr>
                </a:solidFill>
              </a:defRPr>
            </a:lvl6pPr>
            <a:lvl7pPr marL="1028772" indent="0">
              <a:buNone/>
              <a:defRPr sz="525">
                <a:solidFill>
                  <a:schemeClr val="tx1">
                    <a:tint val="75000"/>
                  </a:schemeClr>
                </a:solidFill>
              </a:defRPr>
            </a:lvl7pPr>
            <a:lvl8pPr marL="1200234" indent="0">
              <a:buNone/>
              <a:defRPr sz="525">
                <a:solidFill>
                  <a:schemeClr val="tx1">
                    <a:tint val="75000"/>
                  </a:schemeClr>
                </a:solidFill>
              </a:defRPr>
            </a:lvl8pPr>
            <a:lvl9pPr marL="1371696" indent="0">
              <a:buNone/>
              <a:defRPr sz="52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6273813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40032" y="1991362"/>
            <a:ext cx="2120265" cy="5632311"/>
          </a:xfrm>
        </p:spPr>
        <p:txBody>
          <a:bodyPr/>
          <a:lstStyle>
            <a:lvl1pPr>
              <a:defRPr sz="1050"/>
            </a:lvl1pPr>
            <a:lvl2pPr>
              <a:defRPr sz="900"/>
            </a:lvl2pPr>
            <a:lvl3pPr>
              <a:defRPr sz="750"/>
            </a:lvl3pPr>
            <a:lvl4pPr>
              <a:defRPr sz="675"/>
            </a:lvl4pPr>
            <a:lvl5pPr>
              <a:defRPr sz="675"/>
            </a:lvl5pPr>
            <a:lvl6pPr>
              <a:defRPr sz="675"/>
            </a:lvl6pPr>
            <a:lvl7pPr>
              <a:defRPr sz="675"/>
            </a:lvl7pPr>
            <a:lvl8pPr>
              <a:defRPr sz="675"/>
            </a:lvl8pPr>
            <a:lvl9pPr>
              <a:defRPr sz="6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440307" y="1991362"/>
            <a:ext cx="2120265" cy="5632311"/>
          </a:xfrm>
        </p:spPr>
        <p:txBody>
          <a:bodyPr/>
          <a:lstStyle>
            <a:lvl1pPr>
              <a:defRPr sz="1050"/>
            </a:lvl1pPr>
            <a:lvl2pPr>
              <a:defRPr sz="900"/>
            </a:lvl2pPr>
            <a:lvl3pPr>
              <a:defRPr sz="750"/>
            </a:lvl3pPr>
            <a:lvl4pPr>
              <a:defRPr sz="675"/>
            </a:lvl4pPr>
            <a:lvl5pPr>
              <a:defRPr sz="675"/>
            </a:lvl5pPr>
            <a:lvl6pPr>
              <a:defRPr sz="675"/>
            </a:lvl6pPr>
            <a:lvl7pPr>
              <a:defRPr sz="675"/>
            </a:lvl7pPr>
            <a:lvl8pPr>
              <a:defRPr sz="675"/>
            </a:lvl8pPr>
            <a:lvl9pPr>
              <a:defRPr sz="6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8849365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40032" y="1910365"/>
            <a:ext cx="2121099" cy="796148"/>
          </a:xfrm>
        </p:spPr>
        <p:txBody>
          <a:bodyPr anchor="b"/>
          <a:lstStyle>
            <a:lvl1pPr marL="0" indent="0">
              <a:buNone/>
              <a:defRPr sz="900" b="1"/>
            </a:lvl1pPr>
            <a:lvl2pPr marL="171461" indent="0">
              <a:buNone/>
              <a:defRPr sz="750" b="1"/>
            </a:lvl2pPr>
            <a:lvl3pPr marL="342924" indent="0">
              <a:buNone/>
              <a:defRPr sz="675" b="1"/>
            </a:lvl3pPr>
            <a:lvl4pPr marL="514387" indent="0">
              <a:buNone/>
              <a:defRPr sz="601" b="1"/>
            </a:lvl4pPr>
            <a:lvl5pPr marL="685847" indent="0">
              <a:buNone/>
              <a:defRPr sz="601" b="1"/>
            </a:lvl5pPr>
            <a:lvl6pPr marL="857310" indent="0">
              <a:buNone/>
              <a:defRPr sz="601" b="1"/>
            </a:lvl6pPr>
            <a:lvl7pPr marL="1028772" indent="0">
              <a:buNone/>
              <a:defRPr sz="601" b="1"/>
            </a:lvl7pPr>
            <a:lvl8pPr marL="1200234" indent="0">
              <a:buNone/>
              <a:defRPr sz="601" b="1"/>
            </a:lvl8pPr>
            <a:lvl9pPr marL="1371696" indent="0">
              <a:buNone/>
              <a:defRPr sz="601" b="1"/>
            </a:lvl9pPr>
          </a:lstStyle>
          <a:p>
            <a:pPr lvl="0"/>
            <a:r>
              <a:rPr lang="en-US"/>
              <a:t>Click to edit Master text styles</a:t>
            </a:r>
          </a:p>
        </p:txBody>
      </p:sp>
      <p:sp>
        <p:nvSpPr>
          <p:cNvPr id="4" name="Content Placeholder 3"/>
          <p:cNvSpPr>
            <a:spLocks noGrp="1"/>
          </p:cNvSpPr>
          <p:nvPr>
            <p:ph sz="half" idx="2"/>
          </p:nvPr>
        </p:nvSpPr>
        <p:spPr>
          <a:xfrm>
            <a:off x="240032" y="2706512"/>
            <a:ext cx="2121099" cy="4917158"/>
          </a:xfrm>
        </p:spPr>
        <p:txBody>
          <a:bodyPr/>
          <a:lstStyle>
            <a:lvl1pPr>
              <a:defRPr sz="900"/>
            </a:lvl1pPr>
            <a:lvl2pPr>
              <a:defRPr sz="750"/>
            </a:lvl2pPr>
            <a:lvl3pPr>
              <a:defRPr sz="675"/>
            </a:lvl3pPr>
            <a:lvl4pPr>
              <a:defRPr sz="601"/>
            </a:lvl4pPr>
            <a:lvl5pPr>
              <a:defRPr sz="601"/>
            </a:lvl5pPr>
            <a:lvl6pPr>
              <a:defRPr sz="601"/>
            </a:lvl6pPr>
            <a:lvl7pPr>
              <a:defRPr sz="601"/>
            </a:lvl7pPr>
            <a:lvl8pPr>
              <a:defRPr sz="601"/>
            </a:lvl8pPr>
            <a:lvl9pPr>
              <a:defRPr sz="6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438639" y="1910365"/>
            <a:ext cx="2121932" cy="796148"/>
          </a:xfrm>
        </p:spPr>
        <p:txBody>
          <a:bodyPr anchor="b"/>
          <a:lstStyle>
            <a:lvl1pPr marL="0" indent="0">
              <a:buNone/>
              <a:defRPr sz="900" b="1"/>
            </a:lvl1pPr>
            <a:lvl2pPr marL="171461" indent="0">
              <a:buNone/>
              <a:defRPr sz="750" b="1"/>
            </a:lvl2pPr>
            <a:lvl3pPr marL="342924" indent="0">
              <a:buNone/>
              <a:defRPr sz="675" b="1"/>
            </a:lvl3pPr>
            <a:lvl4pPr marL="514387" indent="0">
              <a:buNone/>
              <a:defRPr sz="601" b="1"/>
            </a:lvl4pPr>
            <a:lvl5pPr marL="685847" indent="0">
              <a:buNone/>
              <a:defRPr sz="601" b="1"/>
            </a:lvl5pPr>
            <a:lvl6pPr marL="857310" indent="0">
              <a:buNone/>
              <a:defRPr sz="601" b="1"/>
            </a:lvl6pPr>
            <a:lvl7pPr marL="1028772" indent="0">
              <a:buNone/>
              <a:defRPr sz="601" b="1"/>
            </a:lvl7pPr>
            <a:lvl8pPr marL="1200234" indent="0">
              <a:buNone/>
              <a:defRPr sz="601" b="1"/>
            </a:lvl8pPr>
            <a:lvl9pPr marL="1371696" indent="0">
              <a:buNone/>
              <a:defRPr sz="601" b="1"/>
            </a:lvl9pPr>
          </a:lstStyle>
          <a:p>
            <a:pPr lvl="0"/>
            <a:r>
              <a:rPr lang="en-US"/>
              <a:t>Click to edit Master text styles</a:t>
            </a:r>
          </a:p>
        </p:txBody>
      </p:sp>
      <p:sp>
        <p:nvSpPr>
          <p:cNvPr id="6" name="Content Placeholder 5"/>
          <p:cNvSpPr>
            <a:spLocks noGrp="1"/>
          </p:cNvSpPr>
          <p:nvPr>
            <p:ph sz="quarter" idx="4"/>
          </p:nvPr>
        </p:nvSpPr>
        <p:spPr>
          <a:xfrm>
            <a:off x="2438639" y="2706512"/>
            <a:ext cx="2121932" cy="4917158"/>
          </a:xfrm>
        </p:spPr>
        <p:txBody>
          <a:bodyPr/>
          <a:lstStyle>
            <a:lvl1pPr>
              <a:defRPr sz="900"/>
            </a:lvl1pPr>
            <a:lvl2pPr>
              <a:defRPr sz="750"/>
            </a:lvl2pPr>
            <a:lvl3pPr>
              <a:defRPr sz="675"/>
            </a:lvl3pPr>
            <a:lvl4pPr>
              <a:defRPr sz="601"/>
            </a:lvl4pPr>
            <a:lvl5pPr>
              <a:defRPr sz="601"/>
            </a:lvl5pPr>
            <a:lvl6pPr>
              <a:defRPr sz="601"/>
            </a:lvl6pPr>
            <a:lvl7pPr>
              <a:defRPr sz="601"/>
            </a:lvl7pPr>
            <a:lvl8pPr>
              <a:defRPr sz="601"/>
            </a:lvl8pPr>
            <a:lvl9pPr>
              <a:defRPr sz="6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78499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7393615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854738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0032" y="339796"/>
            <a:ext cx="1579364" cy="1446106"/>
          </a:xfrm>
        </p:spPr>
        <p:txBody>
          <a:bodyPr anchor="b"/>
          <a:lstStyle>
            <a:lvl1pPr algn="l">
              <a:defRPr sz="750" b="1"/>
            </a:lvl1pPr>
          </a:lstStyle>
          <a:p>
            <a:r>
              <a:rPr lang="en-US"/>
              <a:t>Click to edit Master title style</a:t>
            </a:r>
          </a:p>
        </p:txBody>
      </p:sp>
      <p:sp>
        <p:nvSpPr>
          <p:cNvPr id="3" name="Content Placeholder 2"/>
          <p:cNvSpPr>
            <a:spLocks noGrp="1"/>
          </p:cNvSpPr>
          <p:nvPr>
            <p:ph idx="1"/>
          </p:nvPr>
        </p:nvSpPr>
        <p:spPr>
          <a:xfrm>
            <a:off x="1876902" y="339798"/>
            <a:ext cx="2683668" cy="7283872"/>
          </a:xfr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40032" y="1785904"/>
            <a:ext cx="1579364" cy="5837768"/>
          </a:xfrm>
        </p:spPr>
        <p:txBody>
          <a:bodyPr/>
          <a:lstStyle>
            <a:lvl1pPr marL="0" indent="0">
              <a:buNone/>
              <a:defRPr sz="525"/>
            </a:lvl1pPr>
            <a:lvl2pPr marL="171461" indent="0">
              <a:buNone/>
              <a:defRPr sz="449"/>
            </a:lvl2pPr>
            <a:lvl3pPr marL="342924" indent="0">
              <a:buNone/>
              <a:defRPr sz="375"/>
            </a:lvl3pPr>
            <a:lvl4pPr marL="514387" indent="0">
              <a:buNone/>
              <a:defRPr sz="337"/>
            </a:lvl4pPr>
            <a:lvl5pPr marL="685847" indent="0">
              <a:buNone/>
              <a:defRPr sz="337"/>
            </a:lvl5pPr>
            <a:lvl6pPr marL="857310" indent="0">
              <a:buNone/>
              <a:defRPr sz="337"/>
            </a:lvl6pPr>
            <a:lvl7pPr marL="1028772" indent="0">
              <a:buNone/>
              <a:defRPr sz="337"/>
            </a:lvl7pPr>
            <a:lvl8pPr marL="1200234" indent="0">
              <a:buNone/>
              <a:defRPr sz="337"/>
            </a:lvl8pPr>
            <a:lvl9pPr marL="1371696" indent="0">
              <a:buNone/>
              <a:defRPr sz="33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6264222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40951" y="5974083"/>
            <a:ext cx="2880360" cy="705272"/>
          </a:xfrm>
        </p:spPr>
        <p:txBody>
          <a:bodyPr anchor="b"/>
          <a:lstStyle>
            <a:lvl1pPr algn="l">
              <a:defRPr sz="750" b="1"/>
            </a:lvl1pPr>
          </a:lstStyle>
          <a:p>
            <a:r>
              <a:rPr lang="en-US"/>
              <a:t>Click to edit Master title style</a:t>
            </a:r>
          </a:p>
        </p:txBody>
      </p:sp>
      <p:sp>
        <p:nvSpPr>
          <p:cNvPr id="3" name="Picture Placeholder 2"/>
          <p:cNvSpPr>
            <a:spLocks noGrp="1"/>
          </p:cNvSpPr>
          <p:nvPr>
            <p:ph type="pic" idx="1"/>
          </p:nvPr>
        </p:nvSpPr>
        <p:spPr>
          <a:xfrm>
            <a:off x="940951" y="762565"/>
            <a:ext cx="2880360" cy="5120640"/>
          </a:xfrm>
        </p:spPr>
        <p:txBody>
          <a:bodyPr/>
          <a:lstStyle>
            <a:lvl1pPr marL="0" indent="0">
              <a:buNone/>
              <a:defRPr sz="1200"/>
            </a:lvl1pPr>
            <a:lvl2pPr marL="171461" indent="0">
              <a:buNone/>
              <a:defRPr sz="1050"/>
            </a:lvl2pPr>
            <a:lvl3pPr marL="342924" indent="0">
              <a:buNone/>
              <a:defRPr sz="900"/>
            </a:lvl3pPr>
            <a:lvl4pPr marL="514387" indent="0">
              <a:buNone/>
              <a:defRPr sz="750"/>
            </a:lvl4pPr>
            <a:lvl5pPr marL="685847" indent="0">
              <a:buNone/>
              <a:defRPr sz="750"/>
            </a:lvl5pPr>
            <a:lvl6pPr marL="857310" indent="0">
              <a:buNone/>
              <a:defRPr sz="750"/>
            </a:lvl6pPr>
            <a:lvl7pPr marL="1028772" indent="0">
              <a:buNone/>
              <a:defRPr sz="750"/>
            </a:lvl7pPr>
            <a:lvl8pPr marL="1200234" indent="0">
              <a:buNone/>
              <a:defRPr sz="750"/>
            </a:lvl8pPr>
            <a:lvl9pPr marL="1371696" indent="0">
              <a:buNone/>
              <a:defRPr sz="750"/>
            </a:lvl9pPr>
          </a:lstStyle>
          <a:p>
            <a:endParaRPr lang="en-US"/>
          </a:p>
        </p:txBody>
      </p:sp>
      <p:sp>
        <p:nvSpPr>
          <p:cNvPr id="4" name="Text Placeholder 3"/>
          <p:cNvSpPr>
            <a:spLocks noGrp="1"/>
          </p:cNvSpPr>
          <p:nvPr>
            <p:ph type="body" sz="half" idx="2"/>
          </p:nvPr>
        </p:nvSpPr>
        <p:spPr>
          <a:xfrm>
            <a:off x="940951" y="6679355"/>
            <a:ext cx="2880360" cy="1001608"/>
          </a:xfrm>
        </p:spPr>
        <p:txBody>
          <a:bodyPr/>
          <a:lstStyle>
            <a:lvl1pPr marL="0" indent="0">
              <a:buNone/>
              <a:defRPr sz="525"/>
            </a:lvl1pPr>
            <a:lvl2pPr marL="171461" indent="0">
              <a:buNone/>
              <a:defRPr sz="449"/>
            </a:lvl2pPr>
            <a:lvl3pPr marL="342924" indent="0">
              <a:buNone/>
              <a:defRPr sz="375"/>
            </a:lvl3pPr>
            <a:lvl4pPr marL="514387" indent="0">
              <a:buNone/>
              <a:defRPr sz="337"/>
            </a:lvl4pPr>
            <a:lvl5pPr marL="685847" indent="0">
              <a:buNone/>
              <a:defRPr sz="337"/>
            </a:lvl5pPr>
            <a:lvl6pPr marL="857310" indent="0">
              <a:buNone/>
              <a:defRPr sz="337"/>
            </a:lvl6pPr>
            <a:lvl7pPr marL="1028772" indent="0">
              <a:buNone/>
              <a:defRPr sz="337"/>
            </a:lvl7pPr>
            <a:lvl8pPr marL="1200234" indent="0">
              <a:buNone/>
              <a:defRPr sz="337"/>
            </a:lvl8pPr>
            <a:lvl9pPr marL="1371696" indent="0">
              <a:buNone/>
              <a:defRPr sz="33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960318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142912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480437" y="341772"/>
            <a:ext cx="1080135" cy="7281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0032" y="341772"/>
            <a:ext cx="3160395" cy="72818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4811254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ody_List_01">
    <p:bg>
      <p:bgPr>
        <a:solidFill>
          <a:srgbClr val="F7F7F7"/>
        </a:solidFill>
        <a:effectLst/>
      </p:bgPr>
    </p:bg>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3C352F24-9FB1-B6F0-6CFD-1C9413184255}"/>
              </a:ext>
            </a:extLst>
          </p:cNvPr>
          <p:cNvSpPr>
            <a:spLocks noGrp="1"/>
          </p:cNvSpPr>
          <p:nvPr>
            <p:ph type="body" sz="quarter" idx="10" hasCustomPrompt="1"/>
          </p:nvPr>
        </p:nvSpPr>
        <p:spPr>
          <a:xfrm>
            <a:off x="802602"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
        <p:nvSpPr>
          <p:cNvPr id="14" name="Text Placeholder 12">
            <a:extLst>
              <a:ext uri="{FF2B5EF4-FFF2-40B4-BE49-F238E27FC236}">
                <a16:creationId xmlns:a16="http://schemas.microsoft.com/office/drawing/2014/main" id="{93DC7744-CDD2-A20E-25D6-2C348293C7B0}"/>
              </a:ext>
            </a:extLst>
          </p:cNvPr>
          <p:cNvSpPr>
            <a:spLocks noGrp="1"/>
          </p:cNvSpPr>
          <p:nvPr>
            <p:ph type="body" sz="quarter" idx="11"/>
          </p:nvPr>
        </p:nvSpPr>
        <p:spPr>
          <a:xfrm>
            <a:off x="810015" y="2847767"/>
            <a:ext cx="7165896" cy="7992109"/>
          </a:xfrm>
        </p:spPr>
        <p:txBody>
          <a:bodyPr>
            <a:noAutofit/>
          </a:bodyPr>
          <a:lstStyle>
            <a:lvl1pPr marL="152701" indent="-152701">
              <a:buClr>
                <a:srgbClr val="FBB82F"/>
              </a:buClr>
              <a:buSzPct val="150000"/>
              <a:buFont typeface="System Font Regular"/>
              <a:buChar char="●"/>
              <a:tabLst/>
              <a:defRPr sz="788">
                <a:solidFill>
                  <a:schemeClr val="bg2"/>
                </a:solidFill>
              </a:defRPr>
            </a:lvl1pPr>
            <a:lvl2pPr marL="408096" indent="-178598">
              <a:buClr>
                <a:srgbClr val="323F48"/>
              </a:buClr>
              <a:buSzPct val="150000"/>
              <a:buFont typeface="System Font Regular"/>
              <a:buChar char="●"/>
              <a:tabLst/>
              <a:defRPr sz="788">
                <a:solidFill>
                  <a:schemeClr val="bg2"/>
                </a:solidFill>
              </a:defRPr>
            </a:lvl2pPr>
            <a:lvl3pPr marL="679564" indent="-178598">
              <a:buClr>
                <a:srgbClr val="FBB82F"/>
              </a:buClr>
              <a:buSzPct val="150000"/>
              <a:buFont typeface="Courier New" panose="02070309020205020404" pitchFamily="49" charset="0"/>
              <a:buChar char="o"/>
              <a:tabLst/>
              <a:defRPr sz="788">
                <a:solidFill>
                  <a:schemeClr val="bg2"/>
                </a:solidFill>
              </a:defRPr>
            </a:lvl3pPr>
            <a:lvl4pPr marL="96443" indent="-96443">
              <a:buClr>
                <a:schemeClr val="tx1"/>
              </a:buClr>
              <a:buSzPct val="200000"/>
              <a:buFont typeface="Arial" panose="020B0604020202020204" pitchFamily="34" charset="0"/>
              <a:buChar char="•"/>
              <a:defRPr sz="788"/>
            </a:lvl4pPr>
            <a:lvl5pPr marL="96443" indent="-96443">
              <a:buClr>
                <a:schemeClr val="tx1"/>
              </a:buClr>
              <a:buSzPct val="200000"/>
              <a:buFont typeface="Arial" panose="020B0604020202020204" pitchFamily="34" charset="0"/>
              <a:buChar char="•"/>
              <a:defRPr sz="788"/>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180391739"/>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Body_Contents">
    <p:bg>
      <p:bgPr>
        <a:solidFill>
          <a:srgbClr val="F7F7F7"/>
        </a:solidFill>
        <a:effectLst/>
      </p:bgPr>
    </p:bg>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2B6ACFD6-66E7-1A74-12D7-1F93991FA17C}"/>
              </a:ext>
            </a:extLst>
          </p:cNvPr>
          <p:cNvSpPr>
            <a:spLocks noGrp="1"/>
          </p:cNvSpPr>
          <p:nvPr>
            <p:ph type="body" sz="quarter" idx="14" hasCustomPrompt="1"/>
          </p:nvPr>
        </p:nvSpPr>
        <p:spPr>
          <a:xfrm>
            <a:off x="802602" y="2680646"/>
            <a:ext cx="7995999" cy="974088"/>
          </a:xfrm>
        </p:spPr>
        <p:txBody>
          <a:bodyPr>
            <a:noAutofit/>
          </a:bodyPr>
          <a:lstStyle>
            <a:lvl1pPr>
              <a:defRPr sz="1463">
                <a:solidFill>
                  <a:srgbClr val="FBB82F"/>
                </a:solidFill>
              </a:defRPr>
            </a:lvl1pPr>
            <a:lvl2pPr>
              <a:defRPr sz="956">
                <a:solidFill>
                  <a:srgbClr val="FFFFFF"/>
                </a:solidFill>
              </a:defRPr>
            </a:lvl2pPr>
          </a:lstStyle>
          <a:p>
            <a:pPr lvl="0"/>
            <a:r>
              <a:rPr lang="en-US" err="1"/>
              <a:t>Első</a:t>
            </a:r>
            <a:r>
              <a:rPr lang="en-US"/>
              <a:t> </a:t>
            </a:r>
            <a:r>
              <a:rPr lang="en-US" err="1"/>
              <a:t>téma</a:t>
            </a:r>
            <a:r>
              <a:rPr lang="en-US"/>
              <a:t> (</a:t>
            </a:r>
            <a:r>
              <a:rPr lang="en-US" err="1"/>
              <a:t>elválasztó</a:t>
            </a:r>
            <a:r>
              <a:rPr lang="en-US"/>
              <a:t>) </a:t>
            </a:r>
            <a:r>
              <a:rPr lang="en-US" err="1"/>
              <a:t>címe</a:t>
            </a:r>
            <a:endParaRPr lang="en-US"/>
          </a:p>
        </p:txBody>
      </p:sp>
      <p:sp>
        <p:nvSpPr>
          <p:cNvPr id="10" name="Text Placeholder 9">
            <a:extLst>
              <a:ext uri="{FF2B5EF4-FFF2-40B4-BE49-F238E27FC236}">
                <a16:creationId xmlns:a16="http://schemas.microsoft.com/office/drawing/2014/main" id="{C760A46F-C6C8-08FF-986D-870367A1E5FB}"/>
              </a:ext>
            </a:extLst>
          </p:cNvPr>
          <p:cNvSpPr>
            <a:spLocks noGrp="1"/>
          </p:cNvSpPr>
          <p:nvPr>
            <p:ph type="body" sz="quarter" idx="15" hasCustomPrompt="1"/>
          </p:nvPr>
        </p:nvSpPr>
        <p:spPr>
          <a:xfrm>
            <a:off x="802602" y="4043948"/>
            <a:ext cx="7995999" cy="3024545"/>
          </a:xfrm>
        </p:spPr>
        <p:txBody>
          <a:bodyPr>
            <a:noAutofit/>
          </a:bodyPr>
          <a:lstStyle>
            <a:lvl1pPr>
              <a:lnSpc>
                <a:spcPts val="1406"/>
              </a:lnSpc>
              <a:defRPr sz="956">
                <a:solidFill>
                  <a:schemeClr val="bg2"/>
                </a:solidFill>
              </a:defRPr>
            </a:lvl1pPr>
          </a:lstStyle>
          <a:p>
            <a:pPr lvl="0"/>
            <a:r>
              <a:rPr lang="en-US"/>
              <a:t>Első </a:t>
            </a:r>
            <a:r>
              <a:rPr lang="en-US" err="1"/>
              <a:t>cím</a:t>
            </a:r>
            <a:endParaRPr lang="en-US"/>
          </a:p>
          <a:p>
            <a:pPr lvl="0"/>
            <a:r>
              <a:rPr lang="en-US" err="1"/>
              <a:t>Második</a:t>
            </a:r>
            <a:r>
              <a:rPr lang="en-US"/>
              <a:t> </a:t>
            </a:r>
            <a:r>
              <a:rPr lang="en-US" err="1"/>
              <a:t>cím</a:t>
            </a:r>
            <a:endParaRPr lang="en-US"/>
          </a:p>
          <a:p>
            <a:pPr lvl="0"/>
            <a:r>
              <a:rPr lang="en-US" err="1"/>
              <a:t>Harmadik</a:t>
            </a:r>
            <a:r>
              <a:rPr lang="en-US"/>
              <a:t> </a:t>
            </a:r>
            <a:r>
              <a:rPr lang="en-US" err="1"/>
              <a:t>címe</a:t>
            </a:r>
            <a:endParaRPr lang="hu-HU"/>
          </a:p>
        </p:txBody>
      </p:sp>
      <p:sp>
        <p:nvSpPr>
          <p:cNvPr id="14" name="Text Placeholder 10">
            <a:extLst>
              <a:ext uri="{FF2B5EF4-FFF2-40B4-BE49-F238E27FC236}">
                <a16:creationId xmlns:a16="http://schemas.microsoft.com/office/drawing/2014/main" id="{539A3CCA-366D-5AD8-5004-44B626D5A759}"/>
              </a:ext>
            </a:extLst>
          </p:cNvPr>
          <p:cNvSpPr>
            <a:spLocks noGrp="1"/>
          </p:cNvSpPr>
          <p:nvPr>
            <p:ph type="body" sz="quarter" idx="16" hasCustomPrompt="1"/>
          </p:nvPr>
        </p:nvSpPr>
        <p:spPr>
          <a:xfrm>
            <a:off x="802602" y="7245384"/>
            <a:ext cx="7995999" cy="974088"/>
          </a:xfrm>
        </p:spPr>
        <p:txBody>
          <a:bodyPr>
            <a:noAutofit/>
          </a:bodyPr>
          <a:lstStyle>
            <a:lvl1pPr>
              <a:defRPr sz="1463">
                <a:solidFill>
                  <a:srgbClr val="FBB82F"/>
                </a:solidFill>
              </a:defRPr>
            </a:lvl1pPr>
            <a:lvl2pPr>
              <a:defRPr sz="956">
                <a:solidFill>
                  <a:srgbClr val="FFFFFF"/>
                </a:solidFill>
              </a:defRPr>
            </a:lvl2pPr>
          </a:lstStyle>
          <a:p>
            <a:pPr lvl="0"/>
            <a:r>
              <a:rPr lang="hu-HU"/>
              <a:t>Második</a:t>
            </a:r>
            <a:r>
              <a:rPr lang="en-US"/>
              <a:t> </a:t>
            </a:r>
            <a:r>
              <a:rPr lang="en-US" err="1"/>
              <a:t>téma</a:t>
            </a:r>
            <a:r>
              <a:rPr lang="en-US"/>
              <a:t> (</a:t>
            </a:r>
            <a:r>
              <a:rPr lang="en-US" err="1"/>
              <a:t>elválasztó</a:t>
            </a:r>
            <a:r>
              <a:rPr lang="en-US"/>
              <a:t>) </a:t>
            </a:r>
            <a:r>
              <a:rPr lang="en-US" err="1"/>
              <a:t>címe</a:t>
            </a:r>
            <a:endParaRPr lang="en-US"/>
          </a:p>
        </p:txBody>
      </p:sp>
      <p:sp>
        <p:nvSpPr>
          <p:cNvPr id="15" name="Text Placeholder 9">
            <a:extLst>
              <a:ext uri="{FF2B5EF4-FFF2-40B4-BE49-F238E27FC236}">
                <a16:creationId xmlns:a16="http://schemas.microsoft.com/office/drawing/2014/main" id="{BB4A7487-FDD7-ACDD-BEE0-3ABD1423EA95}"/>
              </a:ext>
            </a:extLst>
          </p:cNvPr>
          <p:cNvSpPr>
            <a:spLocks noGrp="1"/>
          </p:cNvSpPr>
          <p:nvPr>
            <p:ph type="body" sz="quarter" idx="17" hasCustomPrompt="1"/>
          </p:nvPr>
        </p:nvSpPr>
        <p:spPr>
          <a:xfrm>
            <a:off x="802602" y="8608686"/>
            <a:ext cx="7995999" cy="3024545"/>
          </a:xfrm>
        </p:spPr>
        <p:txBody>
          <a:bodyPr>
            <a:noAutofit/>
          </a:bodyPr>
          <a:lstStyle>
            <a:lvl1pPr>
              <a:lnSpc>
                <a:spcPts val="1406"/>
              </a:lnSpc>
              <a:defRPr sz="956">
                <a:solidFill>
                  <a:schemeClr val="bg2"/>
                </a:solidFill>
              </a:defRPr>
            </a:lvl1pPr>
          </a:lstStyle>
          <a:p>
            <a:pPr lvl="0"/>
            <a:r>
              <a:rPr lang="en-US"/>
              <a:t>Első </a:t>
            </a:r>
            <a:r>
              <a:rPr lang="en-US" err="1"/>
              <a:t>cím</a:t>
            </a:r>
            <a:endParaRPr lang="en-US"/>
          </a:p>
          <a:p>
            <a:pPr lvl="0"/>
            <a:r>
              <a:rPr lang="en-US" err="1"/>
              <a:t>Második</a:t>
            </a:r>
            <a:r>
              <a:rPr lang="en-US"/>
              <a:t> </a:t>
            </a:r>
            <a:r>
              <a:rPr lang="en-US" err="1"/>
              <a:t>cím</a:t>
            </a:r>
            <a:endParaRPr lang="en-US"/>
          </a:p>
          <a:p>
            <a:pPr lvl="0"/>
            <a:r>
              <a:rPr lang="en-US" err="1"/>
              <a:t>Harmadik</a:t>
            </a:r>
            <a:r>
              <a:rPr lang="en-US"/>
              <a:t> </a:t>
            </a:r>
            <a:r>
              <a:rPr lang="en-US" err="1"/>
              <a:t>címe</a:t>
            </a:r>
            <a:endParaRPr lang="hu-HU"/>
          </a:p>
        </p:txBody>
      </p:sp>
      <p:sp>
        <p:nvSpPr>
          <p:cNvPr id="2" name="Text Placeholder 3">
            <a:extLst>
              <a:ext uri="{FF2B5EF4-FFF2-40B4-BE49-F238E27FC236}">
                <a16:creationId xmlns:a16="http://schemas.microsoft.com/office/drawing/2014/main" id="{85052CF0-CA46-4841-8B02-99D5D7DEB0B4}"/>
              </a:ext>
            </a:extLst>
          </p:cNvPr>
          <p:cNvSpPr>
            <a:spLocks noGrp="1"/>
          </p:cNvSpPr>
          <p:nvPr>
            <p:ph type="body" sz="quarter" idx="10" hasCustomPrompt="1"/>
          </p:nvPr>
        </p:nvSpPr>
        <p:spPr>
          <a:xfrm>
            <a:off x="802602"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TARTALOMJEGYZÉK</a:t>
            </a:r>
          </a:p>
        </p:txBody>
      </p:sp>
    </p:spTree>
    <p:extLst>
      <p:ext uri="{BB962C8B-B14F-4D97-AF65-F5344CB8AC3E}">
        <p14:creationId xmlns:p14="http://schemas.microsoft.com/office/powerpoint/2010/main" val="59185921"/>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Body_Diagram_01">
    <p:bg>
      <p:bgPr>
        <a:solidFill>
          <a:srgbClr val="F7F7F7"/>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F5A47A6A-D2EE-7367-64BC-2B5EDC796D20}"/>
              </a:ext>
            </a:extLst>
          </p:cNvPr>
          <p:cNvSpPr>
            <a:spLocks noGrp="1"/>
          </p:cNvSpPr>
          <p:nvPr>
            <p:ph type="body" sz="quarter" idx="10" hasCustomPrompt="1"/>
          </p:nvPr>
        </p:nvSpPr>
        <p:spPr>
          <a:xfrm>
            <a:off x="1597699" y="2101005"/>
            <a:ext cx="2246474"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hu-HU"/>
              <a:t>LOREM IPSUM</a:t>
            </a:r>
          </a:p>
        </p:txBody>
      </p:sp>
      <p:sp>
        <p:nvSpPr>
          <p:cNvPr id="8" name="Body Level One…">
            <a:extLst>
              <a:ext uri="{FF2B5EF4-FFF2-40B4-BE49-F238E27FC236}">
                <a16:creationId xmlns:a16="http://schemas.microsoft.com/office/drawing/2014/main" id="{15F7EF90-77BC-8AA3-7325-70FA25071CB5}"/>
              </a:ext>
            </a:extLst>
          </p:cNvPr>
          <p:cNvSpPr txBox="1">
            <a:spLocks noGrp="1"/>
          </p:cNvSpPr>
          <p:nvPr>
            <p:ph type="body" sz="half" idx="17" hasCustomPrompt="1"/>
          </p:nvPr>
        </p:nvSpPr>
        <p:spPr>
          <a:xfrm>
            <a:off x="1597699" y="5473107"/>
            <a:ext cx="1814420" cy="5238782"/>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a:t>
            </a:r>
          </a:p>
        </p:txBody>
      </p:sp>
      <p:sp>
        <p:nvSpPr>
          <p:cNvPr id="9" name="Body Level One…">
            <a:extLst>
              <a:ext uri="{FF2B5EF4-FFF2-40B4-BE49-F238E27FC236}">
                <a16:creationId xmlns:a16="http://schemas.microsoft.com/office/drawing/2014/main" id="{91D894B7-C026-1642-5DE4-53C4F26573FD}"/>
              </a:ext>
            </a:extLst>
          </p:cNvPr>
          <p:cNvSpPr txBox="1">
            <a:spLocks noGrp="1"/>
          </p:cNvSpPr>
          <p:nvPr>
            <p:ph type="body" sz="half" idx="28" hasCustomPrompt="1"/>
          </p:nvPr>
        </p:nvSpPr>
        <p:spPr>
          <a:xfrm>
            <a:off x="1597699" y="4578036"/>
            <a:ext cx="1814420"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22647499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ody_01">
    <p:bg>
      <p:bgPr>
        <a:solidFill>
          <a:srgbClr val="F7F7F7"/>
        </a:solidFill>
        <a:effectLst/>
      </p:bgPr>
    </p:bg>
    <p:spTree>
      <p:nvGrpSpPr>
        <p:cNvPr id="1" name=""/>
        <p:cNvGrpSpPr/>
        <p:nvPr/>
      </p:nvGrpSpPr>
      <p:grpSpPr>
        <a:xfrm>
          <a:off x="0" y="0"/>
          <a:ext cx="0" cy="0"/>
          <a:chOff x="0" y="0"/>
          <a:chExt cx="0" cy="0"/>
        </a:xfrm>
      </p:grpSpPr>
      <p:sp>
        <p:nvSpPr>
          <p:cNvPr id="5" name="Picture Placeholder 8"/>
          <p:cNvSpPr>
            <a:spLocks noGrp="1"/>
          </p:cNvSpPr>
          <p:nvPr>
            <p:ph type="pic" sz="quarter" idx="12"/>
          </p:nvPr>
        </p:nvSpPr>
        <p:spPr>
          <a:xfrm>
            <a:off x="1601167" y="4283226"/>
            <a:ext cx="2402910" cy="4248649"/>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2" name="Text Placeholder 3">
            <a:extLst>
              <a:ext uri="{FF2B5EF4-FFF2-40B4-BE49-F238E27FC236}">
                <a16:creationId xmlns:a16="http://schemas.microsoft.com/office/drawing/2014/main" id="{583D4EF2-64AE-48EF-4DA6-463273A4BECA}"/>
              </a:ext>
            </a:extLst>
          </p:cNvPr>
          <p:cNvSpPr>
            <a:spLocks noGrp="1"/>
          </p:cNvSpPr>
          <p:nvPr>
            <p:ph type="body" sz="quarter" idx="10" hasCustomPrompt="1"/>
          </p:nvPr>
        </p:nvSpPr>
        <p:spPr>
          <a:xfrm>
            <a:off x="802602"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386095874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dy_02">
    <p:bg>
      <p:bgPr>
        <a:solidFill>
          <a:srgbClr val="F7F7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90502" y="1767179"/>
            <a:ext cx="4814949" cy="2333044"/>
          </a:xfrm>
        </p:spPr>
        <p:txBody>
          <a:bodyPr/>
          <a:lstStyle>
            <a:lvl1pPr>
              <a:defRPr b="1" i="0">
                <a:solidFill>
                  <a:srgbClr val="FBB82F"/>
                </a:solidFill>
                <a:latin typeface="Arial Black" panose="020B0604020202020204" pitchFamily="34" charset="0"/>
                <a:cs typeface="Arial Black"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806070" y="0"/>
            <a:ext cx="2396832" cy="85344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244838551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ody_03">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6070" y="0"/>
            <a:ext cx="2396832" cy="85344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5" name="Title 1">
            <a:extLst>
              <a:ext uri="{FF2B5EF4-FFF2-40B4-BE49-F238E27FC236}">
                <a16:creationId xmlns:a16="http://schemas.microsoft.com/office/drawing/2014/main" id="{0E67EDAE-19A5-2AC5-1D2C-8F036C8032C4}"/>
              </a:ext>
            </a:extLst>
          </p:cNvPr>
          <p:cNvSpPr>
            <a:spLocks noGrp="1"/>
          </p:cNvSpPr>
          <p:nvPr>
            <p:ph type="title"/>
          </p:nvPr>
        </p:nvSpPr>
        <p:spPr>
          <a:xfrm>
            <a:off x="3990502" y="3820583"/>
            <a:ext cx="4814949" cy="2333044"/>
          </a:xfrm>
        </p:spPr>
        <p:txBody>
          <a:bodyPr/>
          <a:lstStyle>
            <a:lvl1pPr>
              <a:defRPr b="1" i="0">
                <a:solidFill>
                  <a:srgbClr val="FBB82F"/>
                </a:solidFill>
                <a:latin typeface="Arial Black" panose="020B0604020202020204" pitchFamily="34" charset="0"/>
                <a:cs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04881627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ody_04">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0100" y="0"/>
            <a:ext cx="40005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Cím 1">
            <a:extLst>
              <a:ext uri="{FF2B5EF4-FFF2-40B4-BE49-F238E27FC236}">
                <a16:creationId xmlns:a16="http://schemas.microsoft.com/office/drawing/2014/main" id="{BDFE45B0-0747-7A32-C2A5-2058BFCC465E}"/>
              </a:ext>
            </a:extLst>
          </p:cNvPr>
          <p:cNvSpPr>
            <a:spLocks noGrp="1"/>
          </p:cNvSpPr>
          <p:nvPr>
            <p:ph type="title" hasCustomPrompt="1"/>
          </p:nvPr>
        </p:nvSpPr>
        <p:spPr>
          <a:xfrm>
            <a:off x="5598669" y="1772237"/>
            <a:ext cx="3079916" cy="1806225"/>
          </a:xfrm>
        </p:spPr>
        <p:txBody>
          <a:bodyPr anchor="t">
            <a:noAutofit/>
          </a:bodyPr>
          <a:lstStyle>
            <a:lvl1pPr>
              <a:defRPr>
                <a:solidFill>
                  <a:srgbClr val="FBB82F"/>
                </a:solidFill>
                <a:latin typeface="Arial Black" panose="020B0A04020102020204" pitchFamily="34" charset="0"/>
              </a:defRPr>
            </a:lvl1pPr>
          </a:lstStyle>
          <a:p>
            <a:r>
              <a:rPr lang="hu-HU">
                <a:solidFill>
                  <a:schemeClr val="tx2"/>
                </a:solidFill>
                <a:latin typeface="Arial Black" panose="020B0604020202020204" pitchFamily="34" charset="0"/>
                <a:cs typeface="Arial Black" panose="020B0604020202020204" pitchFamily="34" charset="0"/>
              </a:rPr>
              <a:t>KAPCSOLAT</a:t>
            </a:r>
          </a:p>
        </p:txBody>
      </p:sp>
    </p:spTree>
    <p:extLst>
      <p:ext uri="{BB962C8B-B14F-4D97-AF65-F5344CB8AC3E}">
        <p14:creationId xmlns:p14="http://schemas.microsoft.com/office/powerpoint/2010/main" val="11639695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Body_05">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2722482" y="3600861"/>
            <a:ext cx="3070242" cy="7277612"/>
          </a:xfrm>
          <a:prstGeom prst="ellipse">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3" name="Cím 1">
            <a:extLst>
              <a:ext uri="{FF2B5EF4-FFF2-40B4-BE49-F238E27FC236}">
                <a16:creationId xmlns:a16="http://schemas.microsoft.com/office/drawing/2014/main" id="{817FE2D8-8423-0323-F087-8B9223BC02D6}"/>
              </a:ext>
            </a:extLst>
          </p:cNvPr>
          <p:cNvSpPr>
            <a:spLocks noGrp="1"/>
          </p:cNvSpPr>
          <p:nvPr>
            <p:ph type="title" hasCustomPrompt="1"/>
          </p:nvPr>
        </p:nvSpPr>
        <p:spPr>
          <a:xfrm>
            <a:off x="802600" y="1113438"/>
            <a:ext cx="4755184" cy="2412316"/>
          </a:xfrm>
        </p:spPr>
        <p:txBody>
          <a:bodyPr anchor="t">
            <a:noAutofit/>
          </a:bodyPr>
          <a:lstStyle>
            <a:lvl1pPr>
              <a:defRPr>
                <a:solidFill>
                  <a:srgbClr val="FBB82F"/>
                </a:solidFill>
                <a:latin typeface="Arial Black" panose="020B0A04020102020204" pitchFamily="34" charset="0"/>
              </a:defRPr>
            </a:lvl1pPr>
          </a:lstStyle>
          <a:p>
            <a:r>
              <a:rPr lang="hu-HU">
                <a:solidFill>
                  <a:schemeClr val="tx2"/>
                </a:solidFill>
                <a:latin typeface="Arial Black" panose="020B0604020202020204" pitchFamily="34" charset="0"/>
                <a:cs typeface="Arial Black" panose="020B0604020202020204" pitchFamily="34" charset="0"/>
              </a:rPr>
              <a:t>CLICK TO EDIT</a:t>
            </a:r>
          </a:p>
        </p:txBody>
      </p:sp>
    </p:spTree>
    <p:extLst>
      <p:ext uri="{BB962C8B-B14F-4D97-AF65-F5344CB8AC3E}">
        <p14:creationId xmlns:p14="http://schemas.microsoft.com/office/powerpoint/2010/main" val="24384333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dy_06">
    <p:bg>
      <p:bgPr>
        <a:solidFill>
          <a:srgbClr val="F7F7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FBB82F"/>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Picture Placeholder 8"/>
          <p:cNvSpPr>
            <a:spLocks noGrp="1"/>
          </p:cNvSpPr>
          <p:nvPr>
            <p:ph type="pic" sz="quarter" idx="14"/>
          </p:nvPr>
        </p:nvSpPr>
        <p:spPr>
          <a:xfrm>
            <a:off x="800100" y="8534400"/>
            <a:ext cx="8801100"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8905832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dy_07">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5600700" y="0"/>
            <a:ext cx="40005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5" name="Title 5">
            <a:extLst>
              <a:ext uri="{FF2B5EF4-FFF2-40B4-BE49-F238E27FC236}">
                <a16:creationId xmlns:a16="http://schemas.microsoft.com/office/drawing/2014/main" id="{5B326CF6-9D29-D174-17F7-3880660EEEC4}"/>
              </a:ext>
            </a:extLst>
          </p:cNvPr>
          <p:cNvSpPr>
            <a:spLocks noGrp="1"/>
          </p:cNvSpPr>
          <p:nvPr>
            <p:ph type="title"/>
          </p:nvPr>
        </p:nvSpPr>
        <p:spPr>
          <a:xfrm>
            <a:off x="1196727" y="1767179"/>
            <a:ext cx="7207749" cy="2333044"/>
          </a:xfrm>
        </p:spPr>
        <p:txBody>
          <a:bodyPr/>
          <a:lstStyle>
            <a:lvl1pPr>
              <a:defRPr b="1" i="0">
                <a:solidFill>
                  <a:srgbClr val="FBB82F"/>
                </a:solidFill>
                <a:latin typeface="Arial Black" panose="020B0A040201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981724176"/>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dy_08">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0100" y="0"/>
            <a:ext cx="40005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Text Placeholder 3">
            <a:extLst>
              <a:ext uri="{FF2B5EF4-FFF2-40B4-BE49-F238E27FC236}">
                <a16:creationId xmlns:a16="http://schemas.microsoft.com/office/drawing/2014/main" id="{09366AF2-5ABD-4636-78AA-2818CB319854}"/>
              </a:ext>
            </a:extLst>
          </p:cNvPr>
          <p:cNvSpPr>
            <a:spLocks noGrp="1"/>
          </p:cNvSpPr>
          <p:nvPr>
            <p:ph type="body" sz="quarter" idx="10" hasCustomPrompt="1"/>
          </p:nvPr>
        </p:nvSpPr>
        <p:spPr>
          <a:xfrm>
            <a:off x="5592701" y="2113451"/>
            <a:ext cx="3212749" cy="2402669"/>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hu-HU"/>
              <a:t>JOBBRA RENDEZETT SZÖVEG</a:t>
            </a:r>
          </a:p>
        </p:txBody>
      </p:sp>
      <p:sp>
        <p:nvSpPr>
          <p:cNvPr id="11" name="Body Level One…">
            <a:extLst>
              <a:ext uri="{FF2B5EF4-FFF2-40B4-BE49-F238E27FC236}">
                <a16:creationId xmlns:a16="http://schemas.microsoft.com/office/drawing/2014/main" id="{8CA2E975-2A84-16AD-75AD-D7AB499F9294}"/>
              </a:ext>
            </a:extLst>
          </p:cNvPr>
          <p:cNvSpPr txBox="1">
            <a:spLocks noGrp="1"/>
          </p:cNvSpPr>
          <p:nvPr>
            <p:ph type="body" sz="half" idx="17" hasCustomPrompt="1"/>
          </p:nvPr>
        </p:nvSpPr>
        <p:spPr>
          <a:xfrm>
            <a:off x="5592701" y="5206167"/>
            <a:ext cx="3205901" cy="646506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a:t>
            </a:r>
          </a:p>
        </p:txBody>
      </p:sp>
    </p:spTree>
    <p:extLst>
      <p:ext uri="{BB962C8B-B14F-4D97-AF65-F5344CB8AC3E}">
        <p14:creationId xmlns:p14="http://schemas.microsoft.com/office/powerpoint/2010/main" val="210414509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dy_09">
    <p:bg>
      <p:bgPr>
        <a:solidFill>
          <a:srgbClr val="F7F7F7"/>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F5A47A6A-D2EE-7367-64BC-2B5EDC796D20}"/>
              </a:ext>
            </a:extLst>
          </p:cNvPr>
          <p:cNvSpPr>
            <a:spLocks noGrp="1"/>
          </p:cNvSpPr>
          <p:nvPr>
            <p:ph type="body" sz="quarter" idx="10" hasCustomPrompt="1"/>
          </p:nvPr>
        </p:nvSpPr>
        <p:spPr>
          <a:xfrm>
            <a:off x="1597699" y="2101005"/>
            <a:ext cx="2246474"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hu-HU"/>
              <a:t>LOREM IPSUM</a:t>
            </a:r>
          </a:p>
        </p:txBody>
      </p:sp>
      <p:sp>
        <p:nvSpPr>
          <p:cNvPr id="8" name="Body Level One…">
            <a:extLst>
              <a:ext uri="{FF2B5EF4-FFF2-40B4-BE49-F238E27FC236}">
                <a16:creationId xmlns:a16="http://schemas.microsoft.com/office/drawing/2014/main" id="{15F7EF90-77BC-8AA3-7325-70FA25071CB5}"/>
              </a:ext>
            </a:extLst>
          </p:cNvPr>
          <p:cNvSpPr txBox="1">
            <a:spLocks noGrp="1"/>
          </p:cNvSpPr>
          <p:nvPr>
            <p:ph type="body" sz="half" idx="17" hasCustomPrompt="1"/>
          </p:nvPr>
        </p:nvSpPr>
        <p:spPr>
          <a:xfrm>
            <a:off x="1597699" y="5473107"/>
            <a:ext cx="1814420" cy="5238782"/>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a:t>
            </a:r>
          </a:p>
        </p:txBody>
      </p:sp>
      <p:sp>
        <p:nvSpPr>
          <p:cNvPr id="9" name="Body Level One…">
            <a:extLst>
              <a:ext uri="{FF2B5EF4-FFF2-40B4-BE49-F238E27FC236}">
                <a16:creationId xmlns:a16="http://schemas.microsoft.com/office/drawing/2014/main" id="{91D894B7-C026-1642-5DE4-53C4F26573FD}"/>
              </a:ext>
            </a:extLst>
          </p:cNvPr>
          <p:cNvSpPr txBox="1">
            <a:spLocks noGrp="1"/>
          </p:cNvSpPr>
          <p:nvPr>
            <p:ph type="body" sz="half" idx="28" hasCustomPrompt="1"/>
          </p:nvPr>
        </p:nvSpPr>
        <p:spPr>
          <a:xfrm>
            <a:off x="1597699" y="4578036"/>
            <a:ext cx="1814420"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10162045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dy_10">
    <p:bg>
      <p:bgPr>
        <a:solidFill>
          <a:srgbClr val="F7F7F7"/>
        </a:soli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A5A61561-9834-97A0-B71A-0CA9F45DBCF9}"/>
              </a:ext>
            </a:extLst>
          </p:cNvPr>
          <p:cNvSpPr>
            <a:spLocks noGrp="1"/>
          </p:cNvSpPr>
          <p:nvPr>
            <p:ph type="body" sz="quarter" idx="10" hasCustomPrompt="1"/>
          </p:nvPr>
        </p:nvSpPr>
        <p:spPr>
          <a:xfrm>
            <a:off x="802601" y="1511688"/>
            <a:ext cx="1754456"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r>
              <a:rPr lang="en-US">
                <a:solidFill>
                  <a:srgbClr val="FCB92F"/>
                </a:solidFill>
                <a:latin typeface="Arial Black" panose="020B0604020202020204" pitchFamily="34" charset="0"/>
                <a:cs typeface="Arial Black" panose="020B0604020202020204" pitchFamily="34" charset="0"/>
              </a:rPr>
              <a:t>ÓRIÁS-PLAKÁT</a:t>
            </a:r>
            <a:endParaRPr lang="en-US">
              <a:solidFill>
                <a:srgbClr val="FCB92F"/>
              </a:solidFill>
            </a:endParaRPr>
          </a:p>
        </p:txBody>
      </p:sp>
      <p:sp>
        <p:nvSpPr>
          <p:cNvPr id="14" name="Body Level One…">
            <a:extLst>
              <a:ext uri="{FF2B5EF4-FFF2-40B4-BE49-F238E27FC236}">
                <a16:creationId xmlns:a16="http://schemas.microsoft.com/office/drawing/2014/main" id="{6158E7D6-7692-EA53-419C-8048677370C7}"/>
              </a:ext>
            </a:extLst>
          </p:cNvPr>
          <p:cNvSpPr txBox="1">
            <a:spLocks noGrp="1"/>
          </p:cNvSpPr>
          <p:nvPr>
            <p:ph type="body" sz="half" idx="17" hasCustomPrompt="1"/>
          </p:nvPr>
        </p:nvSpPr>
        <p:spPr>
          <a:xfrm>
            <a:off x="802600" y="4883790"/>
            <a:ext cx="1587698" cy="2404317"/>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a:t>
            </a:r>
          </a:p>
        </p:txBody>
      </p:sp>
      <p:sp>
        <p:nvSpPr>
          <p:cNvPr id="15" name="Body Level One…">
            <a:extLst>
              <a:ext uri="{FF2B5EF4-FFF2-40B4-BE49-F238E27FC236}">
                <a16:creationId xmlns:a16="http://schemas.microsoft.com/office/drawing/2014/main" id="{D74C37C9-0334-2880-7A4D-FC3AFA784A11}"/>
              </a:ext>
            </a:extLst>
          </p:cNvPr>
          <p:cNvSpPr txBox="1">
            <a:spLocks noGrp="1"/>
          </p:cNvSpPr>
          <p:nvPr>
            <p:ph type="body" sz="half" idx="30" hasCustomPrompt="1"/>
          </p:nvPr>
        </p:nvSpPr>
        <p:spPr>
          <a:xfrm>
            <a:off x="802600" y="3988717"/>
            <a:ext cx="1587698"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2468896443"/>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dy_11">
    <p:bg>
      <p:bgPr>
        <a:solidFill>
          <a:srgbClr val="F7F7F7"/>
        </a:soli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A5A61561-9834-97A0-B71A-0CA9F45DBCF9}"/>
              </a:ext>
            </a:extLst>
          </p:cNvPr>
          <p:cNvSpPr>
            <a:spLocks noGrp="1"/>
          </p:cNvSpPr>
          <p:nvPr>
            <p:ph type="body" sz="quarter" idx="10" hasCustomPrompt="1"/>
          </p:nvPr>
        </p:nvSpPr>
        <p:spPr>
          <a:xfrm>
            <a:off x="802600" y="3948515"/>
            <a:ext cx="2146791"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r>
              <a:rPr lang="en-US">
                <a:solidFill>
                  <a:srgbClr val="FCB92F"/>
                </a:solidFill>
                <a:latin typeface="Arial Black" panose="020B0604020202020204" pitchFamily="34" charset="0"/>
                <a:cs typeface="Arial Black" panose="020B0604020202020204" pitchFamily="34" charset="0"/>
              </a:rPr>
              <a:t>ÓRIÁS-PLAKÁT</a:t>
            </a:r>
            <a:endParaRPr lang="en-US">
              <a:solidFill>
                <a:srgbClr val="FCB92F"/>
              </a:solidFill>
            </a:endParaRPr>
          </a:p>
        </p:txBody>
      </p:sp>
      <p:sp>
        <p:nvSpPr>
          <p:cNvPr id="14" name="Body Level One…">
            <a:extLst>
              <a:ext uri="{FF2B5EF4-FFF2-40B4-BE49-F238E27FC236}">
                <a16:creationId xmlns:a16="http://schemas.microsoft.com/office/drawing/2014/main" id="{6158E7D6-7692-EA53-419C-8048677370C7}"/>
              </a:ext>
            </a:extLst>
          </p:cNvPr>
          <p:cNvSpPr txBox="1">
            <a:spLocks noGrp="1"/>
          </p:cNvSpPr>
          <p:nvPr>
            <p:ph type="body" sz="half" idx="17" hasCustomPrompt="1"/>
          </p:nvPr>
        </p:nvSpPr>
        <p:spPr>
          <a:xfrm>
            <a:off x="802601" y="7320619"/>
            <a:ext cx="1942742" cy="2404317"/>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563"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a:t>
            </a:r>
          </a:p>
        </p:txBody>
      </p:sp>
      <p:sp>
        <p:nvSpPr>
          <p:cNvPr id="15" name="Body Level One…">
            <a:extLst>
              <a:ext uri="{FF2B5EF4-FFF2-40B4-BE49-F238E27FC236}">
                <a16:creationId xmlns:a16="http://schemas.microsoft.com/office/drawing/2014/main" id="{D74C37C9-0334-2880-7A4D-FC3AFA784A11}"/>
              </a:ext>
            </a:extLst>
          </p:cNvPr>
          <p:cNvSpPr txBox="1">
            <a:spLocks noGrp="1"/>
          </p:cNvSpPr>
          <p:nvPr>
            <p:ph type="body" sz="half" idx="30" hasCustomPrompt="1"/>
          </p:nvPr>
        </p:nvSpPr>
        <p:spPr>
          <a:xfrm>
            <a:off x="802601" y="6425546"/>
            <a:ext cx="1942742" cy="78458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ALCÍM</a:t>
            </a:r>
          </a:p>
        </p:txBody>
      </p:sp>
    </p:spTree>
    <p:extLst>
      <p:ext uri="{BB962C8B-B14F-4D97-AF65-F5344CB8AC3E}">
        <p14:creationId xmlns:p14="http://schemas.microsoft.com/office/powerpoint/2010/main" val="1318169449"/>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ody_12">
    <p:bg>
      <p:bgPr>
        <a:solidFill>
          <a:srgbClr val="F7F7F7"/>
        </a:solidFill>
        <a:effectLst/>
      </p:bgPr>
    </p:bg>
    <p:spTree>
      <p:nvGrpSpPr>
        <p:cNvPr id="1" name=""/>
        <p:cNvGrpSpPr/>
        <p:nvPr/>
      </p:nvGrpSpPr>
      <p:grpSpPr>
        <a:xfrm>
          <a:off x="0" y="0"/>
          <a:ext cx="0" cy="0"/>
          <a:chOff x="0" y="0"/>
          <a:chExt cx="0" cy="0"/>
        </a:xfrm>
      </p:grpSpPr>
      <p:sp>
        <p:nvSpPr>
          <p:cNvPr id="11" name="Body Level One…">
            <a:extLst>
              <a:ext uri="{FF2B5EF4-FFF2-40B4-BE49-F238E27FC236}">
                <a16:creationId xmlns:a16="http://schemas.microsoft.com/office/drawing/2014/main" id="{3137B31F-7039-4A74-AA7A-AB649A7FB0B0}"/>
              </a:ext>
            </a:extLst>
          </p:cNvPr>
          <p:cNvSpPr txBox="1">
            <a:spLocks noGrp="1"/>
          </p:cNvSpPr>
          <p:nvPr>
            <p:ph type="body" sz="half" idx="15" hasCustomPrompt="1"/>
          </p:nvPr>
        </p:nvSpPr>
        <p:spPr>
          <a:xfrm>
            <a:off x="4997642" y="2705524"/>
            <a:ext cx="4197260" cy="8264738"/>
          </a:xfrm>
          <a:prstGeom prst="rect">
            <a:avLst/>
          </a:prstGeom>
        </p:spPr>
        <p:txBody>
          <a:bodyPr lIns="0" tIns="108000" rIns="0" bIns="108000" numCol="1" spcCol="38100" anchor="ctr"/>
          <a:lstStyle>
            <a:lvl1pPr marL="0" indent="0" algn="just" defTabSz="514360">
              <a:lnSpc>
                <a:spcPct val="120000"/>
              </a:lnSpc>
              <a:spcBef>
                <a:spcPts val="675"/>
              </a:spcBef>
              <a:buClrTx/>
              <a:buSzTx/>
              <a:buNone/>
              <a:tabLst/>
              <a:defRPr sz="900"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err="1"/>
              <a:t>Pellentesque</a:t>
            </a:r>
            <a:r>
              <a:rPr lang="hu-HU"/>
              <a:t> </a:t>
            </a:r>
            <a:r>
              <a:rPr lang="hu-HU" err="1"/>
              <a:t>euismod</a:t>
            </a:r>
            <a:r>
              <a:rPr lang="hu-HU"/>
              <a:t> </a:t>
            </a:r>
            <a:r>
              <a:rPr lang="hu-HU" err="1"/>
              <a:t>velit</a:t>
            </a:r>
            <a:r>
              <a:rPr lang="hu-HU"/>
              <a:t> </a:t>
            </a:r>
            <a:r>
              <a:rPr lang="hu-HU" err="1"/>
              <a:t>at</a:t>
            </a:r>
            <a:r>
              <a:rPr lang="hu-HU"/>
              <a:t> tortor </a:t>
            </a:r>
            <a:r>
              <a:rPr lang="hu-HU" err="1"/>
              <a:t>faucibus</a:t>
            </a:r>
            <a:r>
              <a:rPr lang="hu-HU"/>
              <a:t>, eget </a:t>
            </a:r>
            <a:r>
              <a:rPr lang="hu-HU" err="1"/>
              <a:t>laoreet</a:t>
            </a:r>
            <a:r>
              <a:rPr lang="hu-HU"/>
              <a:t> turpis </a:t>
            </a:r>
            <a:r>
              <a:rPr lang="hu-HU" err="1"/>
              <a:t>tempus</a:t>
            </a:r>
            <a:r>
              <a:rPr lang="hu-HU"/>
              <a:t>. </a:t>
            </a:r>
            <a:r>
              <a:rPr lang="hu-HU" err="1"/>
              <a:t>Donec</a:t>
            </a:r>
            <a:r>
              <a:rPr lang="hu-HU"/>
              <a:t> </a:t>
            </a:r>
            <a:r>
              <a:rPr lang="hu-HU" err="1"/>
              <a:t>malesuada</a:t>
            </a:r>
            <a:r>
              <a:rPr lang="hu-HU"/>
              <a:t> elit </a:t>
            </a:r>
            <a:r>
              <a:rPr lang="hu-HU" err="1"/>
              <a:t>efficitur</a:t>
            </a:r>
            <a:r>
              <a:rPr lang="hu-HU"/>
              <a:t>, </a:t>
            </a:r>
            <a:r>
              <a:rPr lang="hu-HU" err="1"/>
              <a:t>accumsan</a:t>
            </a:r>
            <a:r>
              <a:rPr lang="hu-HU"/>
              <a:t> urna </a:t>
            </a:r>
            <a:r>
              <a:rPr lang="hu-HU" err="1"/>
              <a:t>at</a:t>
            </a:r>
            <a:r>
              <a:rPr lang="hu-HU"/>
              <a:t>, </a:t>
            </a:r>
            <a:r>
              <a:rPr lang="hu-HU" err="1"/>
              <a:t>egestas</a:t>
            </a:r>
            <a:r>
              <a:rPr lang="hu-HU"/>
              <a:t> </a:t>
            </a:r>
            <a:r>
              <a:rPr lang="hu-HU" err="1"/>
              <a:t>mauris</a:t>
            </a:r>
            <a:r>
              <a:rPr lang="hu-HU"/>
              <a:t>. </a:t>
            </a:r>
            <a:r>
              <a:rPr lang="hu-HU" err="1"/>
              <a:t>Sed</a:t>
            </a:r>
            <a:r>
              <a:rPr lang="hu-HU"/>
              <a:t> </a:t>
            </a:r>
            <a:r>
              <a:rPr lang="hu-HU" err="1"/>
              <a:t>consectetur</a:t>
            </a:r>
            <a:r>
              <a:rPr lang="hu-HU"/>
              <a:t> </a:t>
            </a:r>
            <a:r>
              <a:rPr lang="hu-HU" err="1"/>
              <a:t>justo</a:t>
            </a:r>
            <a:r>
              <a:rPr lang="hu-HU"/>
              <a:t> </a:t>
            </a:r>
            <a:r>
              <a:rPr lang="hu-HU" err="1"/>
              <a:t>et</a:t>
            </a:r>
            <a:r>
              <a:rPr lang="hu-HU"/>
              <a:t> ex </a:t>
            </a:r>
            <a:r>
              <a:rPr lang="hu-HU" err="1"/>
              <a:t>mollis</a:t>
            </a:r>
            <a:r>
              <a:rPr lang="hu-HU"/>
              <a:t>, in </a:t>
            </a:r>
            <a:r>
              <a:rPr lang="hu-HU" err="1"/>
              <a:t>luctus</a:t>
            </a:r>
            <a:r>
              <a:rPr lang="hu-HU"/>
              <a:t> </a:t>
            </a:r>
            <a:r>
              <a:rPr lang="hu-HU" err="1"/>
              <a:t>eros</a:t>
            </a:r>
            <a:r>
              <a:rPr lang="hu-HU"/>
              <a:t> </a:t>
            </a:r>
            <a:r>
              <a:rPr lang="hu-HU" err="1"/>
              <a:t>facilisis</a:t>
            </a:r>
            <a:r>
              <a:rPr lang="hu-HU"/>
              <a:t>. Integer </a:t>
            </a:r>
            <a:r>
              <a:rPr lang="hu-HU" err="1"/>
              <a:t>arcu</a:t>
            </a:r>
            <a:r>
              <a:rPr lang="hu-HU"/>
              <a:t> </a:t>
            </a:r>
            <a:r>
              <a:rPr lang="hu-HU" err="1"/>
              <a:t>eros</a:t>
            </a:r>
            <a:r>
              <a:rPr lang="hu-HU"/>
              <a:t>, </a:t>
            </a:r>
            <a:r>
              <a:rPr lang="hu-HU" err="1"/>
              <a:t>faucibus</a:t>
            </a:r>
            <a:r>
              <a:rPr lang="hu-HU"/>
              <a:t> vitae </a:t>
            </a:r>
            <a:r>
              <a:rPr lang="hu-HU" err="1"/>
              <a:t>iaculis</a:t>
            </a:r>
            <a:r>
              <a:rPr lang="hu-HU"/>
              <a:t> a, </a:t>
            </a:r>
            <a:r>
              <a:rPr lang="hu-HU" err="1"/>
              <a:t>placerat</a:t>
            </a:r>
            <a:r>
              <a:rPr lang="hu-HU"/>
              <a:t> eget </a:t>
            </a:r>
            <a:r>
              <a:rPr lang="hu-HU" err="1"/>
              <a:t>ligula</a:t>
            </a:r>
            <a:r>
              <a:rPr lang="hu-HU"/>
              <a:t>. </a:t>
            </a:r>
            <a:r>
              <a:rPr lang="hu-HU" err="1"/>
              <a:t>Curabitur</a:t>
            </a:r>
            <a:r>
              <a:rPr lang="hu-HU"/>
              <a:t> in </a:t>
            </a:r>
            <a:r>
              <a:rPr lang="hu-HU" err="1"/>
              <a:t>felis</a:t>
            </a:r>
            <a:r>
              <a:rPr lang="hu-HU"/>
              <a:t> </a:t>
            </a:r>
            <a:r>
              <a:rPr lang="hu-HU" err="1"/>
              <a:t>augue</a:t>
            </a:r>
            <a:r>
              <a:rPr lang="hu-HU"/>
              <a:t>. </a:t>
            </a:r>
            <a:r>
              <a:rPr lang="hu-HU" err="1"/>
              <a:t>Sed</a:t>
            </a:r>
            <a:r>
              <a:rPr lang="hu-HU"/>
              <a:t> </a:t>
            </a:r>
            <a:r>
              <a:rPr lang="hu-HU" err="1"/>
              <a:t>bibendum</a:t>
            </a:r>
            <a:r>
              <a:rPr lang="hu-HU"/>
              <a:t> </a:t>
            </a:r>
            <a:r>
              <a:rPr lang="hu-HU" err="1"/>
              <a:t>id</a:t>
            </a:r>
            <a:r>
              <a:rPr lang="hu-HU"/>
              <a:t> </a:t>
            </a:r>
            <a:r>
              <a:rPr lang="hu-HU" err="1"/>
              <a:t>magna</a:t>
            </a:r>
            <a:r>
              <a:rPr lang="hu-HU"/>
              <a:t> </a:t>
            </a:r>
            <a:r>
              <a:rPr lang="hu-HU" err="1"/>
              <a:t>eu</a:t>
            </a:r>
            <a:r>
              <a:rPr lang="hu-HU"/>
              <a:t> </a:t>
            </a:r>
            <a:r>
              <a:rPr lang="hu-HU" err="1"/>
              <a:t>suscipit</a:t>
            </a:r>
            <a:r>
              <a:rPr lang="hu-HU"/>
              <a:t>. </a:t>
            </a:r>
            <a:r>
              <a:rPr lang="hu-HU" err="1"/>
              <a:t>Mauris</a:t>
            </a:r>
            <a:r>
              <a:rPr lang="hu-HU"/>
              <a:t> vitae </a:t>
            </a:r>
            <a:r>
              <a:rPr lang="hu-HU" err="1"/>
              <a:t>lacus</a:t>
            </a:r>
            <a:r>
              <a:rPr lang="hu-HU"/>
              <a:t> </a:t>
            </a:r>
            <a:r>
              <a:rPr lang="hu-HU" err="1"/>
              <a:t>et</a:t>
            </a:r>
            <a:r>
              <a:rPr lang="hu-HU"/>
              <a:t> </a:t>
            </a:r>
            <a:r>
              <a:rPr lang="hu-HU" err="1"/>
              <a:t>neque</a:t>
            </a:r>
            <a:r>
              <a:rPr lang="hu-HU"/>
              <a:t> </a:t>
            </a:r>
            <a:r>
              <a:rPr lang="hu-HU" err="1"/>
              <a:t>vulputate</a:t>
            </a:r>
            <a:r>
              <a:rPr lang="hu-HU"/>
              <a:t> </a:t>
            </a:r>
            <a:r>
              <a:rPr lang="hu-HU" err="1"/>
              <a:t>tincidunt</a:t>
            </a:r>
            <a:r>
              <a:rPr lang="hu-HU"/>
              <a:t>. </a:t>
            </a:r>
          </a:p>
          <a:p>
            <a:r>
              <a:rPr lang="hu-HU" err="1"/>
              <a:t>Donec</a:t>
            </a:r>
            <a:r>
              <a:rPr lang="hu-HU"/>
              <a:t> </a:t>
            </a:r>
            <a:r>
              <a:rPr lang="hu-HU" err="1"/>
              <a:t>sit</a:t>
            </a:r>
            <a:r>
              <a:rPr lang="hu-HU"/>
              <a:t> </a:t>
            </a:r>
            <a:r>
              <a:rPr lang="hu-HU" err="1"/>
              <a:t>amet</a:t>
            </a:r>
            <a:r>
              <a:rPr lang="hu-HU"/>
              <a:t> </a:t>
            </a:r>
            <a:r>
              <a:rPr lang="hu-HU" err="1"/>
              <a:t>pulvinar</a:t>
            </a:r>
            <a:r>
              <a:rPr lang="hu-HU"/>
              <a:t> </a:t>
            </a:r>
            <a:r>
              <a:rPr lang="hu-HU" err="1"/>
              <a:t>risus</a:t>
            </a:r>
            <a:r>
              <a:rPr lang="hu-HU"/>
              <a:t>. </a:t>
            </a:r>
            <a:r>
              <a:rPr lang="hu-HU" err="1"/>
              <a:t>Praesent</a:t>
            </a:r>
            <a:r>
              <a:rPr lang="hu-HU"/>
              <a:t> </a:t>
            </a:r>
            <a:r>
              <a:rPr lang="hu-HU" err="1"/>
              <a:t>gravida</a:t>
            </a:r>
            <a:r>
              <a:rPr lang="hu-HU"/>
              <a:t> </a:t>
            </a:r>
            <a:r>
              <a:rPr lang="hu-HU" err="1"/>
              <a:t>sollicitudin</a:t>
            </a:r>
            <a:r>
              <a:rPr lang="hu-HU"/>
              <a:t> </a:t>
            </a:r>
            <a:r>
              <a:rPr lang="hu-HU" err="1"/>
              <a:t>felis</a:t>
            </a:r>
            <a:r>
              <a:rPr lang="hu-HU"/>
              <a:t>, </a:t>
            </a:r>
            <a:r>
              <a:rPr lang="hu-HU" err="1"/>
              <a:t>vestibulum</a:t>
            </a:r>
            <a:r>
              <a:rPr lang="hu-HU"/>
              <a:t> </a:t>
            </a:r>
            <a:r>
              <a:rPr lang="hu-HU" err="1"/>
              <a:t>luctus</a:t>
            </a:r>
            <a:r>
              <a:rPr lang="hu-HU"/>
              <a:t> </a:t>
            </a:r>
            <a:r>
              <a:rPr lang="hu-HU" err="1"/>
              <a:t>erat</a:t>
            </a:r>
            <a:r>
              <a:rPr lang="hu-HU"/>
              <a:t> </a:t>
            </a:r>
            <a:r>
              <a:rPr lang="hu-HU" err="1"/>
              <a:t>facilisis</a:t>
            </a:r>
            <a:r>
              <a:rPr lang="hu-HU"/>
              <a:t> </a:t>
            </a:r>
            <a:r>
              <a:rPr lang="hu-HU" err="1"/>
              <a:t>cursus</a:t>
            </a:r>
            <a:r>
              <a:rPr lang="hu-HU"/>
              <a:t>. </a:t>
            </a:r>
            <a:r>
              <a:rPr lang="hu-HU" err="1"/>
              <a:t>Proin</a:t>
            </a:r>
            <a:r>
              <a:rPr lang="hu-HU"/>
              <a:t> </a:t>
            </a:r>
            <a:r>
              <a:rPr lang="hu-HU" err="1"/>
              <a:t>sagittis</a:t>
            </a:r>
            <a:r>
              <a:rPr lang="hu-HU"/>
              <a:t> </a:t>
            </a:r>
            <a:r>
              <a:rPr lang="hu-HU" err="1"/>
              <a:t>arcu</a:t>
            </a:r>
            <a:r>
              <a:rPr lang="hu-HU"/>
              <a:t> </a:t>
            </a:r>
            <a:r>
              <a:rPr lang="hu-HU" err="1"/>
              <a:t>felis</a:t>
            </a:r>
            <a:r>
              <a:rPr lang="hu-HU"/>
              <a:t>, </a:t>
            </a:r>
            <a:r>
              <a:rPr lang="hu-HU" err="1"/>
              <a:t>sed</a:t>
            </a:r>
            <a:r>
              <a:rPr lang="hu-HU"/>
              <a:t> </a:t>
            </a:r>
            <a:r>
              <a:rPr lang="hu-HU" err="1"/>
              <a:t>accumsan</a:t>
            </a:r>
            <a:r>
              <a:rPr lang="hu-HU"/>
              <a:t> urna elementum </a:t>
            </a:r>
            <a:r>
              <a:rPr lang="hu-HU" err="1"/>
              <a:t>quis</a:t>
            </a:r>
            <a:r>
              <a:rPr lang="hu-HU"/>
              <a:t>.</a:t>
            </a:r>
          </a:p>
        </p:txBody>
      </p:sp>
      <p:sp>
        <p:nvSpPr>
          <p:cNvPr id="12" name="Tartalom helye 2">
            <a:extLst>
              <a:ext uri="{FF2B5EF4-FFF2-40B4-BE49-F238E27FC236}">
                <a16:creationId xmlns:a16="http://schemas.microsoft.com/office/drawing/2014/main" id="{07683704-0360-4585-A922-12C7AA3D3B84}"/>
              </a:ext>
            </a:extLst>
          </p:cNvPr>
          <p:cNvSpPr>
            <a:spLocks noGrp="1"/>
          </p:cNvSpPr>
          <p:nvPr>
            <p:ph sz="quarter" idx="16" hasCustomPrompt="1"/>
          </p:nvPr>
        </p:nvSpPr>
        <p:spPr>
          <a:xfrm>
            <a:off x="406302" y="2705526"/>
            <a:ext cx="4394299" cy="8401049"/>
          </a:xfrm>
        </p:spPr>
        <p:txBody>
          <a:bodyPr numCol="1" anchor="ctr"/>
          <a:lstStyle>
            <a:lvl1pPr marL="0" indent="0" algn="ctr">
              <a:buNone/>
              <a:defRPr/>
            </a:lvl1pPr>
          </a:lstStyle>
          <a:p>
            <a:pPr lvl="0"/>
            <a:r>
              <a:rPr lang="hu-HU"/>
              <a:t>Kép / Ábra beszúrása</a:t>
            </a:r>
          </a:p>
        </p:txBody>
      </p:sp>
      <p:sp>
        <p:nvSpPr>
          <p:cNvPr id="10" name="Slide Number Placeholder 4">
            <a:extLst>
              <a:ext uri="{FF2B5EF4-FFF2-40B4-BE49-F238E27FC236}">
                <a16:creationId xmlns:a16="http://schemas.microsoft.com/office/drawing/2014/main" id="{86EE5FF0-D629-4161-97FA-4BA61796C0CE}"/>
              </a:ext>
            </a:extLst>
          </p:cNvPr>
          <p:cNvSpPr>
            <a:spLocks noGrp="1"/>
          </p:cNvSpPr>
          <p:nvPr>
            <p:ph type="sldNum" sz="quarter" idx="20"/>
          </p:nvPr>
        </p:nvSpPr>
        <p:spPr>
          <a:xfrm>
            <a:off x="4588994" y="11399505"/>
            <a:ext cx="423212" cy="512071"/>
          </a:xfrm>
        </p:spPr>
        <p:txBody>
          <a:bodyPr anchor="t"/>
          <a:lstStyle>
            <a:lvl1pPr>
              <a:defRPr b="0" i="0">
                <a:latin typeface="Arial" panose="020B0604020202020204" pitchFamily="34" charset="0"/>
              </a:defRPr>
            </a:lvl1pPr>
          </a:lstStyle>
          <a:p>
            <a:fld id="{0DBD4B9B-A4CD-4407-98B0-945CF13A15A0}" type="slidenum">
              <a:rPr lang="hu-HU" smtClean="0"/>
              <a:pPr/>
              <a:t>‹#›</a:t>
            </a:fld>
            <a:endParaRPr lang="hu-HU"/>
          </a:p>
        </p:txBody>
      </p:sp>
      <p:sp>
        <p:nvSpPr>
          <p:cNvPr id="8" name="Text Placeholder 5">
            <a:extLst>
              <a:ext uri="{FF2B5EF4-FFF2-40B4-BE49-F238E27FC236}">
                <a16:creationId xmlns:a16="http://schemas.microsoft.com/office/drawing/2014/main" id="{0C8B04CA-9257-F3C0-E2DC-2002661DB61B}"/>
              </a:ext>
            </a:extLst>
          </p:cNvPr>
          <p:cNvSpPr>
            <a:spLocks noGrp="1"/>
          </p:cNvSpPr>
          <p:nvPr>
            <p:ph type="body" sz="quarter" idx="22" hasCustomPrompt="1"/>
          </p:nvPr>
        </p:nvSpPr>
        <p:spPr>
          <a:xfrm>
            <a:off x="406304" y="933037"/>
            <a:ext cx="8392297" cy="1534156"/>
          </a:xfrm>
        </p:spPr>
        <p:txBody>
          <a:bodyPr>
            <a:noAutofit/>
          </a:bodyPr>
          <a:lstStyle>
            <a:lvl1pPr>
              <a:defRPr sz="2024" baseline="0">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1247480177"/>
      </p:ext>
    </p:extLst>
  </p:cSld>
  <p:clrMapOvr>
    <a:masterClrMapping/>
  </p:clrMapOvr>
  <p:transition spd="med"/>
  <p:extLst>
    <p:ext uri="{DCECCB84-F9BA-43D5-87BE-67443E8EF086}">
      <p15:sldGuideLst xmlns:p15="http://schemas.microsoft.com/office/powerpoint/2012/main">
        <p15:guide id="1" pos="256"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ody_13">
    <p:bg>
      <p:bgPr>
        <a:solidFill>
          <a:srgbClr val="F7F7F7"/>
        </a:solidFill>
        <a:effectLst/>
      </p:bgPr>
    </p:bg>
    <p:spTree>
      <p:nvGrpSpPr>
        <p:cNvPr id="1" name=""/>
        <p:cNvGrpSpPr/>
        <p:nvPr/>
      </p:nvGrpSpPr>
      <p:grpSpPr>
        <a:xfrm>
          <a:off x="0" y="0"/>
          <a:ext cx="0" cy="0"/>
          <a:chOff x="0" y="0"/>
          <a:chExt cx="0" cy="0"/>
        </a:xfrm>
      </p:grpSpPr>
      <p:sp>
        <p:nvSpPr>
          <p:cNvPr id="5" name="Body Level One…">
            <a:extLst>
              <a:ext uri="{FF2B5EF4-FFF2-40B4-BE49-F238E27FC236}">
                <a16:creationId xmlns:a16="http://schemas.microsoft.com/office/drawing/2014/main" id="{D96639CD-A48D-7A0D-D810-BEF22E522C8C}"/>
              </a:ext>
            </a:extLst>
          </p:cNvPr>
          <p:cNvSpPr txBox="1">
            <a:spLocks noGrp="1"/>
          </p:cNvSpPr>
          <p:nvPr>
            <p:ph type="body" sz="half" idx="17" hasCustomPrompt="1"/>
          </p:nvPr>
        </p:nvSpPr>
        <p:spPr>
          <a:xfrm>
            <a:off x="802600" y="4334015"/>
            <a:ext cx="6966064" cy="6465060"/>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 Proin tincidunt, nibh ac volutpat pretium, sem erat maximus sem, sed rhoncus nunc justo in risus. Pellentesque habitant morbi tristique senectus et netus et malesuada fames ac turpis egestas. Mauris metus nunc, tincidunt sit amet interdum a, venenatis sed ex. Donec at neque erat. Ut at lectus sit amet mauris pretium tincidunt id eu odio. Nulla sit amet nunc odio. Nam nec sem eget mi congue pellentesque nec a justo. Nulla sed hendrerit lectus, id semper nisl. augue, suscipit sed ultrices ut, consectetur eget nulla. Integer et suscipit arcu. Nunc arcu dui, vehicula et quam sit amet, malesuada ullamcorper tellus. Mauris et tempus lorem. Proin tincidunt, nibh ac volutpat pretium, sem erat maximus sem, sed rhoncus nunc justo in risus. Pellentesque habitant morbi tristique senectus et netus et malesuada fames ac turpis egestas. Mauris metus nunc, tincidunt sit amet interdum a, venenatis sed ex.</a:t>
            </a:r>
          </a:p>
        </p:txBody>
      </p:sp>
      <p:sp>
        <p:nvSpPr>
          <p:cNvPr id="10" name="Text Placeholder 9">
            <a:extLst>
              <a:ext uri="{FF2B5EF4-FFF2-40B4-BE49-F238E27FC236}">
                <a16:creationId xmlns:a16="http://schemas.microsoft.com/office/drawing/2014/main" id="{829789DE-C909-79AD-2D50-65E6BF3CCACB}"/>
              </a:ext>
            </a:extLst>
          </p:cNvPr>
          <p:cNvSpPr>
            <a:spLocks noGrp="1"/>
          </p:cNvSpPr>
          <p:nvPr>
            <p:ph type="body" sz="quarter" idx="18" hasCustomPrompt="1"/>
          </p:nvPr>
        </p:nvSpPr>
        <p:spPr>
          <a:xfrm>
            <a:off x="802600" y="3067648"/>
            <a:ext cx="7979748" cy="957158"/>
          </a:xfrm>
        </p:spPr>
        <p:txBody>
          <a:bodyPr>
            <a:noAutofit/>
          </a:bodyPr>
          <a:lstStyle>
            <a:lvl1pPr>
              <a:defRPr sz="1350">
                <a:solidFill>
                  <a:schemeClr val="bg2"/>
                </a:solidFill>
              </a:defRPr>
            </a:lvl1pPr>
          </a:lstStyle>
          <a:p>
            <a:pPr lvl="0"/>
            <a:r>
              <a:rPr lang="hu-HU"/>
              <a:t>Alcím</a:t>
            </a:r>
          </a:p>
        </p:txBody>
      </p:sp>
      <p:sp>
        <p:nvSpPr>
          <p:cNvPr id="19" name="Text Placeholder 17">
            <a:extLst>
              <a:ext uri="{FF2B5EF4-FFF2-40B4-BE49-F238E27FC236}">
                <a16:creationId xmlns:a16="http://schemas.microsoft.com/office/drawing/2014/main" id="{FA2F3989-38C4-8B0F-A270-BA4C0C4EBEF3}"/>
              </a:ext>
            </a:extLst>
          </p:cNvPr>
          <p:cNvSpPr>
            <a:spLocks noGrp="1"/>
          </p:cNvSpPr>
          <p:nvPr>
            <p:ph type="body" sz="quarter" idx="19" hasCustomPrompt="1"/>
          </p:nvPr>
        </p:nvSpPr>
        <p:spPr>
          <a:xfrm>
            <a:off x="802601" y="936267"/>
            <a:ext cx="7996001" cy="1311505"/>
          </a:xfrm>
        </p:spPr>
        <p:txBody>
          <a:bodyPr>
            <a:noAutofit/>
          </a:bodyPr>
          <a:lstStyle>
            <a:lvl1pPr>
              <a:defRPr sz="2024">
                <a:solidFill>
                  <a:srgbClr val="FBB82F"/>
                </a:solidFill>
                <a:latin typeface="Arial Black" panose="020B0A04020102020204" pitchFamily="34" charset="0"/>
              </a:defRPr>
            </a:lvl1pPr>
            <a:lvl2pPr>
              <a:defRPr sz="2024">
                <a:solidFill>
                  <a:srgbClr val="FBB82F"/>
                </a:solidFill>
                <a:latin typeface="Arial Black" panose="020B0A04020102020204" pitchFamily="34" charset="0"/>
              </a:defRPr>
            </a:lvl2pPr>
            <a:lvl3pPr>
              <a:defRPr sz="2024">
                <a:solidFill>
                  <a:srgbClr val="FBB82F"/>
                </a:solidFill>
                <a:latin typeface="Arial Black" panose="020B0A04020102020204" pitchFamily="34" charset="0"/>
              </a:defRPr>
            </a:lvl3pPr>
            <a:lvl4pPr>
              <a:defRPr sz="2024">
                <a:solidFill>
                  <a:srgbClr val="FBB82F"/>
                </a:solidFill>
                <a:latin typeface="Arial Black" panose="020B0A04020102020204" pitchFamily="34" charset="0"/>
              </a:defRPr>
            </a:lvl4pPr>
            <a:lvl5pPr>
              <a:defRPr sz="2024">
                <a:solidFill>
                  <a:srgbClr val="FBB82F"/>
                </a:solidFill>
                <a:latin typeface="Arial Black" panose="020B0A04020102020204" pitchFamily="34" charset="0"/>
              </a:defRPr>
            </a:lvl5pPr>
          </a:lstStyle>
          <a:p>
            <a:pPr lvl="0"/>
            <a:r>
              <a:rPr lang="en-US"/>
              <a:t>HOSSZABB BEVEZETŐ SZÖVEG</a:t>
            </a:r>
            <a:endParaRPr lang="hu-HU"/>
          </a:p>
        </p:txBody>
      </p:sp>
    </p:spTree>
    <p:extLst>
      <p:ext uri="{BB962C8B-B14F-4D97-AF65-F5344CB8AC3E}">
        <p14:creationId xmlns:p14="http://schemas.microsoft.com/office/powerpoint/2010/main" val="210736639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Body_14">
    <p:bg>
      <p:bgPr>
        <a:solidFill>
          <a:srgbClr val="F7F7F7"/>
        </a:solidFill>
        <a:effectLst/>
      </p:bgPr>
    </p:bg>
    <p:spTree>
      <p:nvGrpSpPr>
        <p:cNvPr id="1" name=""/>
        <p:cNvGrpSpPr/>
        <p:nvPr/>
      </p:nvGrpSpPr>
      <p:grpSpPr>
        <a:xfrm>
          <a:off x="0" y="0"/>
          <a:ext cx="0" cy="0"/>
          <a:chOff x="0" y="0"/>
          <a:chExt cx="0" cy="0"/>
        </a:xfrm>
      </p:grpSpPr>
      <p:sp>
        <p:nvSpPr>
          <p:cNvPr id="4" name="Body Level One…">
            <a:extLst>
              <a:ext uri="{FF2B5EF4-FFF2-40B4-BE49-F238E27FC236}">
                <a16:creationId xmlns:a16="http://schemas.microsoft.com/office/drawing/2014/main" id="{70112E74-3EB1-44CD-A970-2333DEADB7B0}"/>
              </a:ext>
            </a:extLst>
          </p:cNvPr>
          <p:cNvSpPr txBox="1">
            <a:spLocks noGrp="1"/>
          </p:cNvSpPr>
          <p:nvPr>
            <p:ph type="body" sz="half" idx="17" hasCustomPrompt="1"/>
          </p:nvPr>
        </p:nvSpPr>
        <p:spPr>
          <a:xfrm>
            <a:off x="413120" y="3390380"/>
            <a:ext cx="8781780" cy="7716199"/>
          </a:xfrm>
          <a:prstGeom prst="rect">
            <a:avLst/>
          </a:prstGeom>
        </p:spPr>
        <p:txBody>
          <a:bodyPr lIns="0" tIns="108000" rIns="0" bIns="108000" numCol="2" spcCol="540000">
            <a:noAutofit/>
          </a:bodyPr>
          <a:lstStyle>
            <a:lvl1pPr marL="0" indent="0" algn="l" defTabSz="514360">
              <a:lnSpc>
                <a:spcPct val="120000"/>
              </a:lnSpc>
              <a:spcBef>
                <a:spcPts val="675"/>
              </a:spcBef>
              <a:buClrTx/>
              <a:buSzTx/>
              <a:buNone/>
              <a:tabLst/>
              <a:defRPr sz="788" b="0" i="0" cap="none">
                <a:solidFill>
                  <a:schemeClr val="tx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err="1"/>
              <a:t>Pellentesque</a:t>
            </a:r>
            <a:r>
              <a:rPr lang="hu-HU"/>
              <a:t> </a:t>
            </a:r>
            <a:r>
              <a:rPr lang="hu-HU" err="1"/>
              <a:t>euismod</a:t>
            </a:r>
            <a:r>
              <a:rPr lang="hu-HU"/>
              <a:t> </a:t>
            </a:r>
            <a:r>
              <a:rPr lang="hu-HU" err="1"/>
              <a:t>velit</a:t>
            </a:r>
            <a:r>
              <a:rPr lang="hu-HU"/>
              <a:t> </a:t>
            </a:r>
            <a:r>
              <a:rPr lang="hu-HU" err="1"/>
              <a:t>at</a:t>
            </a:r>
            <a:r>
              <a:rPr lang="hu-HU"/>
              <a:t> tortor </a:t>
            </a:r>
            <a:r>
              <a:rPr lang="hu-HU" err="1"/>
              <a:t>faucibus</a:t>
            </a:r>
            <a:r>
              <a:rPr lang="hu-HU"/>
              <a:t>, eget </a:t>
            </a:r>
            <a:r>
              <a:rPr lang="hu-HU" err="1"/>
              <a:t>laoreet</a:t>
            </a:r>
            <a:r>
              <a:rPr lang="hu-HU"/>
              <a:t> turpis </a:t>
            </a:r>
            <a:r>
              <a:rPr lang="hu-HU" err="1"/>
              <a:t>tempus</a:t>
            </a:r>
            <a:r>
              <a:rPr lang="hu-HU"/>
              <a:t>. </a:t>
            </a:r>
            <a:r>
              <a:rPr lang="hu-HU" err="1"/>
              <a:t>Donec</a:t>
            </a:r>
            <a:r>
              <a:rPr lang="hu-HU"/>
              <a:t> </a:t>
            </a:r>
            <a:r>
              <a:rPr lang="hu-HU" err="1"/>
              <a:t>malesuada</a:t>
            </a:r>
            <a:r>
              <a:rPr lang="hu-HU"/>
              <a:t> elit </a:t>
            </a:r>
            <a:r>
              <a:rPr lang="hu-HU" err="1"/>
              <a:t>efficitur</a:t>
            </a:r>
            <a:r>
              <a:rPr lang="hu-HU"/>
              <a:t>, </a:t>
            </a:r>
            <a:r>
              <a:rPr lang="hu-HU" err="1"/>
              <a:t>accumsan</a:t>
            </a:r>
            <a:r>
              <a:rPr lang="hu-HU"/>
              <a:t> urna </a:t>
            </a:r>
            <a:r>
              <a:rPr lang="hu-HU" err="1"/>
              <a:t>at</a:t>
            </a:r>
            <a:r>
              <a:rPr lang="hu-HU"/>
              <a:t>, </a:t>
            </a:r>
            <a:r>
              <a:rPr lang="hu-HU" err="1"/>
              <a:t>egestas</a:t>
            </a:r>
            <a:r>
              <a:rPr lang="hu-HU"/>
              <a:t> </a:t>
            </a:r>
            <a:r>
              <a:rPr lang="hu-HU" err="1"/>
              <a:t>mauris</a:t>
            </a:r>
            <a:r>
              <a:rPr lang="hu-HU"/>
              <a:t>. </a:t>
            </a:r>
            <a:r>
              <a:rPr lang="hu-HU" err="1"/>
              <a:t>Sed</a:t>
            </a:r>
            <a:r>
              <a:rPr lang="hu-HU"/>
              <a:t> </a:t>
            </a:r>
            <a:r>
              <a:rPr lang="hu-HU" err="1"/>
              <a:t>consectetur</a:t>
            </a:r>
            <a:r>
              <a:rPr lang="hu-HU"/>
              <a:t> </a:t>
            </a:r>
            <a:r>
              <a:rPr lang="hu-HU" err="1"/>
              <a:t>justo</a:t>
            </a:r>
            <a:r>
              <a:rPr lang="hu-HU"/>
              <a:t> </a:t>
            </a:r>
            <a:r>
              <a:rPr lang="hu-HU" err="1"/>
              <a:t>et</a:t>
            </a:r>
            <a:r>
              <a:rPr lang="hu-HU"/>
              <a:t> ex </a:t>
            </a:r>
            <a:r>
              <a:rPr lang="hu-HU" err="1"/>
              <a:t>mollis</a:t>
            </a:r>
            <a:r>
              <a:rPr lang="hu-HU"/>
              <a:t>, in </a:t>
            </a:r>
            <a:r>
              <a:rPr lang="hu-HU" err="1"/>
              <a:t>luctus</a:t>
            </a:r>
            <a:r>
              <a:rPr lang="hu-HU"/>
              <a:t> </a:t>
            </a:r>
            <a:r>
              <a:rPr lang="hu-HU" err="1"/>
              <a:t>eros</a:t>
            </a:r>
            <a:r>
              <a:rPr lang="hu-HU"/>
              <a:t> </a:t>
            </a:r>
            <a:r>
              <a:rPr lang="hu-HU" err="1"/>
              <a:t>facilisis</a:t>
            </a:r>
            <a:r>
              <a:rPr lang="hu-HU"/>
              <a:t>. Integer </a:t>
            </a:r>
            <a:r>
              <a:rPr lang="hu-HU" err="1"/>
              <a:t>arcu</a:t>
            </a:r>
            <a:r>
              <a:rPr lang="hu-HU"/>
              <a:t> </a:t>
            </a:r>
            <a:r>
              <a:rPr lang="hu-HU" err="1"/>
              <a:t>eros</a:t>
            </a:r>
            <a:r>
              <a:rPr lang="hu-HU"/>
              <a:t>, </a:t>
            </a:r>
            <a:r>
              <a:rPr lang="hu-HU" err="1"/>
              <a:t>faucibus</a:t>
            </a:r>
            <a:r>
              <a:rPr lang="hu-HU"/>
              <a:t> vitae </a:t>
            </a:r>
            <a:r>
              <a:rPr lang="hu-HU" err="1"/>
              <a:t>iaculis</a:t>
            </a:r>
            <a:r>
              <a:rPr lang="hu-HU"/>
              <a:t> a, </a:t>
            </a:r>
            <a:r>
              <a:rPr lang="hu-HU" err="1"/>
              <a:t>placerat</a:t>
            </a:r>
            <a:r>
              <a:rPr lang="hu-HU"/>
              <a:t> eget </a:t>
            </a:r>
            <a:r>
              <a:rPr lang="hu-HU" err="1"/>
              <a:t>ligula</a:t>
            </a:r>
            <a:r>
              <a:rPr lang="hu-HU"/>
              <a:t>. </a:t>
            </a:r>
            <a:r>
              <a:rPr lang="hu-HU" err="1"/>
              <a:t>Curabitur</a:t>
            </a:r>
            <a:r>
              <a:rPr lang="hu-HU"/>
              <a:t> in </a:t>
            </a:r>
            <a:r>
              <a:rPr lang="hu-HU" err="1"/>
              <a:t>felis</a:t>
            </a:r>
            <a:r>
              <a:rPr lang="hu-HU"/>
              <a:t> </a:t>
            </a:r>
            <a:r>
              <a:rPr lang="hu-HU" err="1"/>
              <a:t>augue</a:t>
            </a:r>
            <a:r>
              <a:rPr lang="hu-HU"/>
              <a:t>. </a:t>
            </a:r>
            <a:r>
              <a:rPr lang="hu-HU" err="1"/>
              <a:t>Sed</a:t>
            </a:r>
            <a:r>
              <a:rPr lang="hu-HU"/>
              <a:t> </a:t>
            </a:r>
            <a:r>
              <a:rPr lang="hu-HU" err="1"/>
              <a:t>bibendum</a:t>
            </a:r>
            <a:r>
              <a:rPr lang="hu-HU"/>
              <a:t> </a:t>
            </a:r>
            <a:r>
              <a:rPr lang="hu-HU" err="1"/>
              <a:t>id</a:t>
            </a:r>
            <a:r>
              <a:rPr lang="hu-HU"/>
              <a:t> </a:t>
            </a:r>
            <a:r>
              <a:rPr lang="hu-HU" err="1"/>
              <a:t>magna</a:t>
            </a:r>
            <a:r>
              <a:rPr lang="hu-HU"/>
              <a:t> </a:t>
            </a:r>
            <a:r>
              <a:rPr lang="hu-HU" err="1"/>
              <a:t>eu</a:t>
            </a:r>
            <a:r>
              <a:rPr lang="hu-HU"/>
              <a:t> </a:t>
            </a:r>
            <a:r>
              <a:rPr lang="hu-HU" err="1"/>
              <a:t>suscipit</a:t>
            </a:r>
            <a:r>
              <a:rPr lang="hu-HU"/>
              <a:t>. </a:t>
            </a:r>
            <a:r>
              <a:rPr lang="hu-HU" err="1"/>
              <a:t>Mauris</a:t>
            </a:r>
            <a:r>
              <a:rPr lang="hu-HU"/>
              <a:t> vitae </a:t>
            </a:r>
            <a:r>
              <a:rPr lang="hu-HU" err="1"/>
              <a:t>lacus</a:t>
            </a:r>
            <a:r>
              <a:rPr lang="hu-HU"/>
              <a:t> </a:t>
            </a:r>
            <a:r>
              <a:rPr lang="hu-HU" err="1"/>
              <a:t>et</a:t>
            </a:r>
            <a:r>
              <a:rPr lang="hu-HU"/>
              <a:t> </a:t>
            </a:r>
            <a:r>
              <a:rPr lang="hu-HU" err="1"/>
              <a:t>neque</a:t>
            </a:r>
            <a:r>
              <a:rPr lang="hu-HU"/>
              <a:t> </a:t>
            </a:r>
            <a:r>
              <a:rPr lang="hu-HU" err="1"/>
              <a:t>vulputate</a:t>
            </a:r>
            <a:r>
              <a:rPr lang="hu-HU"/>
              <a:t> </a:t>
            </a:r>
            <a:r>
              <a:rPr lang="hu-HU" err="1"/>
              <a:t>tincidunt</a:t>
            </a:r>
            <a:r>
              <a:rPr lang="hu-HU"/>
              <a:t>.</a:t>
            </a:r>
          </a:p>
          <a:p>
            <a:r>
              <a:rPr lang="hu-HU"/>
              <a:t>Nulla </a:t>
            </a:r>
            <a:r>
              <a:rPr lang="hu-HU" err="1"/>
              <a:t>condimentum</a:t>
            </a:r>
            <a:r>
              <a:rPr lang="hu-HU"/>
              <a:t> </a:t>
            </a:r>
            <a:r>
              <a:rPr lang="hu-HU" err="1"/>
              <a:t>sagittis</a:t>
            </a:r>
            <a:r>
              <a:rPr lang="hu-HU"/>
              <a:t> </a:t>
            </a:r>
            <a:r>
              <a:rPr lang="hu-HU" err="1"/>
              <a:t>vestibulum</a:t>
            </a:r>
            <a:r>
              <a:rPr lang="hu-HU"/>
              <a:t>. </a:t>
            </a:r>
            <a:r>
              <a:rPr lang="hu-HU" err="1"/>
              <a:t>Morbi</a:t>
            </a:r>
            <a:r>
              <a:rPr lang="hu-HU"/>
              <a:t> </a:t>
            </a:r>
            <a:r>
              <a:rPr lang="hu-HU" err="1"/>
              <a:t>tellus</a:t>
            </a:r>
            <a:r>
              <a:rPr lang="hu-HU"/>
              <a:t> </a:t>
            </a:r>
            <a:r>
              <a:rPr lang="hu-HU" err="1"/>
              <a:t>augue</a:t>
            </a:r>
            <a:r>
              <a:rPr lang="hu-HU"/>
              <a:t>, </a:t>
            </a:r>
            <a:r>
              <a:rPr lang="hu-HU" err="1"/>
              <a:t>scelerisque</a:t>
            </a:r>
            <a:r>
              <a:rPr lang="hu-HU"/>
              <a:t> </a:t>
            </a:r>
            <a:r>
              <a:rPr lang="hu-HU" err="1"/>
              <a:t>sit</a:t>
            </a:r>
            <a:r>
              <a:rPr lang="hu-HU"/>
              <a:t> </a:t>
            </a:r>
            <a:r>
              <a:rPr lang="hu-HU" err="1"/>
              <a:t>amet</a:t>
            </a:r>
            <a:r>
              <a:rPr lang="hu-HU"/>
              <a:t> </a:t>
            </a:r>
            <a:r>
              <a:rPr lang="hu-HU" err="1"/>
              <a:t>tincidunt</a:t>
            </a:r>
            <a:r>
              <a:rPr lang="hu-HU"/>
              <a:t> </a:t>
            </a:r>
            <a:r>
              <a:rPr lang="hu-HU" err="1"/>
              <a:t>pellentesque</a:t>
            </a:r>
            <a:r>
              <a:rPr lang="hu-HU"/>
              <a:t>, </a:t>
            </a:r>
            <a:r>
              <a:rPr lang="hu-HU" err="1"/>
              <a:t>ultricies</a:t>
            </a:r>
            <a:r>
              <a:rPr lang="hu-HU"/>
              <a:t> a </a:t>
            </a:r>
            <a:r>
              <a:rPr lang="hu-HU" err="1"/>
              <a:t>nunc</a:t>
            </a:r>
            <a:r>
              <a:rPr lang="hu-HU"/>
              <a:t>. In </a:t>
            </a:r>
            <a:r>
              <a:rPr lang="hu-HU" err="1"/>
              <a:t>tempor</a:t>
            </a:r>
            <a:r>
              <a:rPr lang="hu-HU"/>
              <a:t> </a:t>
            </a:r>
            <a:r>
              <a:rPr lang="hu-HU" err="1"/>
              <a:t>eros</a:t>
            </a:r>
            <a:r>
              <a:rPr lang="hu-HU"/>
              <a:t> urna. </a:t>
            </a:r>
            <a:r>
              <a:rPr lang="hu-HU" err="1"/>
              <a:t>Proin</a:t>
            </a:r>
            <a:r>
              <a:rPr lang="hu-HU"/>
              <a:t> vitae elit </a:t>
            </a:r>
            <a:r>
              <a:rPr lang="hu-HU" err="1"/>
              <a:t>interdum</a:t>
            </a:r>
            <a:r>
              <a:rPr lang="hu-HU"/>
              <a:t>, </a:t>
            </a:r>
            <a:r>
              <a:rPr lang="hu-HU" err="1"/>
              <a:t>vehicula</a:t>
            </a:r>
            <a:r>
              <a:rPr lang="hu-HU"/>
              <a:t> sem </a:t>
            </a:r>
            <a:r>
              <a:rPr lang="hu-HU" err="1"/>
              <a:t>id</a:t>
            </a:r>
            <a:r>
              <a:rPr lang="hu-HU"/>
              <a:t>, </a:t>
            </a:r>
            <a:r>
              <a:rPr lang="hu-HU" err="1"/>
              <a:t>tempor</a:t>
            </a:r>
            <a:r>
              <a:rPr lang="hu-HU"/>
              <a:t> nulla. </a:t>
            </a:r>
            <a:r>
              <a:rPr lang="hu-HU" err="1"/>
              <a:t>Nam</a:t>
            </a:r>
            <a:r>
              <a:rPr lang="hu-HU"/>
              <a:t> </a:t>
            </a:r>
            <a:r>
              <a:rPr lang="hu-HU" err="1"/>
              <a:t>at</a:t>
            </a:r>
            <a:r>
              <a:rPr lang="hu-HU"/>
              <a:t> sem </a:t>
            </a:r>
            <a:r>
              <a:rPr lang="hu-HU" err="1"/>
              <a:t>sed</a:t>
            </a:r>
            <a:r>
              <a:rPr lang="hu-HU"/>
              <a:t> mi </a:t>
            </a:r>
            <a:r>
              <a:rPr lang="hu-HU" err="1"/>
              <a:t>laoreet</a:t>
            </a:r>
            <a:r>
              <a:rPr lang="hu-HU"/>
              <a:t> </a:t>
            </a:r>
            <a:r>
              <a:rPr lang="hu-HU" err="1"/>
              <a:t>vulputate</a:t>
            </a:r>
            <a:r>
              <a:rPr lang="hu-HU"/>
              <a:t> </a:t>
            </a:r>
            <a:r>
              <a:rPr lang="hu-HU" err="1"/>
              <a:t>eu</a:t>
            </a:r>
            <a:r>
              <a:rPr lang="hu-HU"/>
              <a:t> in urna. </a:t>
            </a:r>
            <a:r>
              <a:rPr lang="hu-HU" err="1"/>
              <a:t>Duis</a:t>
            </a:r>
            <a:r>
              <a:rPr lang="hu-HU"/>
              <a:t> </a:t>
            </a:r>
            <a:r>
              <a:rPr lang="hu-HU" err="1"/>
              <a:t>quis</a:t>
            </a:r>
            <a:r>
              <a:rPr lang="hu-HU"/>
              <a:t> </a:t>
            </a:r>
            <a:r>
              <a:rPr lang="hu-HU" err="1"/>
              <a:t>volutpat</a:t>
            </a:r>
            <a:r>
              <a:rPr lang="hu-HU"/>
              <a:t> felis. Nullam </a:t>
            </a:r>
            <a:r>
              <a:rPr lang="hu-HU" err="1"/>
              <a:t>nec</a:t>
            </a:r>
            <a:r>
              <a:rPr lang="hu-HU"/>
              <a:t> </a:t>
            </a:r>
            <a:r>
              <a:rPr lang="hu-HU" err="1"/>
              <a:t>enim</a:t>
            </a:r>
            <a:r>
              <a:rPr lang="hu-HU"/>
              <a:t> </a:t>
            </a:r>
            <a:r>
              <a:rPr lang="hu-HU" err="1"/>
              <a:t>blandit</a:t>
            </a:r>
            <a:r>
              <a:rPr lang="hu-HU"/>
              <a:t>, </a:t>
            </a:r>
            <a:r>
              <a:rPr lang="hu-HU" err="1"/>
              <a:t>vestibulum</a:t>
            </a:r>
            <a:r>
              <a:rPr lang="hu-HU"/>
              <a:t> </a:t>
            </a:r>
            <a:r>
              <a:rPr lang="hu-HU" err="1"/>
              <a:t>mauris</a:t>
            </a:r>
            <a:r>
              <a:rPr lang="hu-HU"/>
              <a:t> turpis </a:t>
            </a:r>
            <a:r>
              <a:rPr lang="hu-HU" err="1"/>
              <a:t>tincidunt</a:t>
            </a:r>
            <a:r>
              <a:rPr lang="hu-HU"/>
              <a:t> </a:t>
            </a:r>
            <a:r>
              <a:rPr lang="hu-HU" err="1"/>
              <a:t>velit</a:t>
            </a:r>
            <a:r>
              <a:rPr lang="hu-HU"/>
              <a:t>, </a:t>
            </a:r>
            <a:r>
              <a:rPr lang="hu-HU" err="1"/>
              <a:t>id</a:t>
            </a:r>
            <a:r>
              <a:rPr lang="hu-HU"/>
              <a:t> </a:t>
            </a:r>
            <a:r>
              <a:rPr lang="hu-HU" err="1"/>
              <a:t>pulvinar</a:t>
            </a:r>
            <a:r>
              <a:rPr lang="hu-HU"/>
              <a:t> </a:t>
            </a:r>
            <a:r>
              <a:rPr lang="hu-HU" err="1"/>
              <a:t>tellus</a:t>
            </a:r>
            <a:r>
              <a:rPr lang="hu-HU"/>
              <a:t> </a:t>
            </a:r>
            <a:r>
              <a:rPr lang="hu-HU" err="1"/>
              <a:t>tellus</a:t>
            </a:r>
            <a:r>
              <a:rPr lang="hu-HU"/>
              <a:t> </a:t>
            </a:r>
            <a:r>
              <a:rPr lang="hu-HU" err="1"/>
              <a:t>ut</a:t>
            </a:r>
            <a:r>
              <a:rPr lang="hu-HU"/>
              <a:t> </a:t>
            </a:r>
            <a:r>
              <a:rPr lang="hu-HU" err="1"/>
              <a:t>dolor</a:t>
            </a:r>
            <a:r>
              <a:rPr lang="hu-HU"/>
              <a:t>. </a:t>
            </a:r>
            <a:r>
              <a:rPr lang="hu-HU" err="1"/>
              <a:t>Sed</a:t>
            </a:r>
            <a:r>
              <a:rPr lang="hu-HU"/>
              <a:t> </a:t>
            </a:r>
            <a:r>
              <a:rPr lang="hu-HU" err="1"/>
              <a:t>rutrum</a:t>
            </a:r>
            <a:r>
              <a:rPr lang="hu-HU"/>
              <a:t> est </a:t>
            </a:r>
            <a:r>
              <a:rPr lang="hu-HU" err="1"/>
              <a:t>eu</a:t>
            </a:r>
            <a:r>
              <a:rPr lang="hu-HU"/>
              <a:t> nulla </a:t>
            </a:r>
            <a:r>
              <a:rPr lang="hu-HU" err="1"/>
              <a:t>mollis</a:t>
            </a:r>
            <a:r>
              <a:rPr lang="hu-HU"/>
              <a:t>, </a:t>
            </a:r>
            <a:r>
              <a:rPr lang="hu-HU" err="1"/>
              <a:t>eu</a:t>
            </a:r>
            <a:r>
              <a:rPr lang="hu-HU"/>
              <a:t> </a:t>
            </a:r>
            <a:r>
              <a:rPr lang="hu-HU" err="1"/>
              <a:t>dignissim</a:t>
            </a:r>
            <a:r>
              <a:rPr lang="hu-HU"/>
              <a:t> </a:t>
            </a:r>
            <a:r>
              <a:rPr lang="hu-HU" err="1"/>
              <a:t>libero</a:t>
            </a:r>
            <a:r>
              <a:rPr lang="hu-HU"/>
              <a:t> </a:t>
            </a:r>
            <a:r>
              <a:rPr lang="hu-HU" err="1"/>
              <a:t>luctus</a:t>
            </a:r>
            <a:r>
              <a:rPr lang="hu-HU"/>
              <a:t>. </a:t>
            </a:r>
          </a:p>
          <a:p>
            <a:r>
              <a:rPr lang="hu-HU" err="1"/>
              <a:t>Donec</a:t>
            </a:r>
            <a:r>
              <a:rPr lang="hu-HU"/>
              <a:t> </a:t>
            </a:r>
            <a:r>
              <a:rPr lang="hu-HU" err="1"/>
              <a:t>sit</a:t>
            </a:r>
            <a:r>
              <a:rPr lang="hu-HU"/>
              <a:t> </a:t>
            </a:r>
            <a:r>
              <a:rPr lang="hu-HU" err="1"/>
              <a:t>amet</a:t>
            </a:r>
            <a:r>
              <a:rPr lang="hu-HU"/>
              <a:t> </a:t>
            </a:r>
            <a:r>
              <a:rPr lang="hu-HU" err="1"/>
              <a:t>pulvinar</a:t>
            </a:r>
            <a:r>
              <a:rPr lang="hu-HU"/>
              <a:t> </a:t>
            </a:r>
            <a:r>
              <a:rPr lang="hu-HU" err="1"/>
              <a:t>risus</a:t>
            </a:r>
            <a:r>
              <a:rPr lang="hu-HU"/>
              <a:t>. </a:t>
            </a:r>
            <a:r>
              <a:rPr lang="hu-HU" err="1"/>
              <a:t>Praesent</a:t>
            </a:r>
            <a:r>
              <a:rPr lang="hu-HU"/>
              <a:t> </a:t>
            </a:r>
            <a:r>
              <a:rPr lang="hu-HU" err="1"/>
              <a:t>gravida</a:t>
            </a:r>
            <a:r>
              <a:rPr lang="hu-HU"/>
              <a:t> </a:t>
            </a:r>
            <a:r>
              <a:rPr lang="hu-HU" err="1"/>
              <a:t>sollicitudin</a:t>
            </a:r>
            <a:r>
              <a:rPr lang="hu-HU"/>
              <a:t> </a:t>
            </a:r>
            <a:r>
              <a:rPr lang="hu-HU" err="1"/>
              <a:t>felis</a:t>
            </a:r>
            <a:r>
              <a:rPr lang="hu-HU"/>
              <a:t>, </a:t>
            </a:r>
            <a:r>
              <a:rPr lang="hu-HU" err="1"/>
              <a:t>vestibulum</a:t>
            </a:r>
            <a:r>
              <a:rPr lang="hu-HU"/>
              <a:t> </a:t>
            </a:r>
            <a:r>
              <a:rPr lang="hu-HU" err="1"/>
              <a:t>luctus</a:t>
            </a:r>
            <a:r>
              <a:rPr lang="hu-HU"/>
              <a:t> </a:t>
            </a:r>
            <a:r>
              <a:rPr lang="hu-HU" err="1"/>
              <a:t>erat</a:t>
            </a:r>
            <a:r>
              <a:rPr lang="hu-HU"/>
              <a:t> </a:t>
            </a:r>
            <a:r>
              <a:rPr lang="hu-HU" err="1"/>
              <a:t>facilisis</a:t>
            </a:r>
            <a:r>
              <a:rPr lang="hu-HU"/>
              <a:t> </a:t>
            </a:r>
            <a:r>
              <a:rPr lang="hu-HU" err="1"/>
              <a:t>cursus</a:t>
            </a:r>
            <a:r>
              <a:rPr lang="hu-HU"/>
              <a:t>. </a:t>
            </a:r>
            <a:r>
              <a:rPr lang="hu-HU" err="1"/>
              <a:t>Proin</a:t>
            </a:r>
            <a:r>
              <a:rPr lang="hu-HU"/>
              <a:t> </a:t>
            </a:r>
            <a:r>
              <a:rPr lang="hu-HU" err="1"/>
              <a:t>sagittis</a:t>
            </a:r>
            <a:r>
              <a:rPr lang="hu-HU"/>
              <a:t> </a:t>
            </a:r>
            <a:r>
              <a:rPr lang="hu-HU" err="1"/>
              <a:t>arcu</a:t>
            </a:r>
            <a:r>
              <a:rPr lang="hu-HU"/>
              <a:t> </a:t>
            </a:r>
            <a:r>
              <a:rPr lang="hu-HU" err="1"/>
              <a:t>felis</a:t>
            </a:r>
            <a:r>
              <a:rPr lang="hu-HU"/>
              <a:t>, </a:t>
            </a:r>
            <a:r>
              <a:rPr lang="hu-HU" err="1"/>
              <a:t>sed</a:t>
            </a:r>
            <a:r>
              <a:rPr lang="hu-HU"/>
              <a:t> </a:t>
            </a:r>
            <a:r>
              <a:rPr lang="hu-HU" err="1"/>
              <a:t>accumsan</a:t>
            </a:r>
            <a:r>
              <a:rPr lang="hu-HU"/>
              <a:t> urna elementum </a:t>
            </a:r>
            <a:r>
              <a:rPr lang="hu-HU" err="1"/>
              <a:t>quis</a:t>
            </a:r>
            <a:r>
              <a:rPr lang="hu-HU"/>
              <a:t>.</a:t>
            </a:r>
          </a:p>
          <a:p>
            <a:r>
              <a:rPr lang="hu-HU" err="1"/>
              <a:t>Sed</a:t>
            </a:r>
            <a:r>
              <a:rPr lang="hu-HU"/>
              <a:t> </a:t>
            </a:r>
            <a:r>
              <a:rPr lang="hu-HU" err="1"/>
              <a:t>consectetur</a:t>
            </a:r>
            <a:r>
              <a:rPr lang="hu-HU"/>
              <a:t> </a:t>
            </a:r>
            <a:r>
              <a:rPr lang="hu-HU" err="1"/>
              <a:t>justo</a:t>
            </a:r>
            <a:r>
              <a:rPr lang="hu-HU"/>
              <a:t> </a:t>
            </a:r>
            <a:r>
              <a:rPr lang="hu-HU" err="1"/>
              <a:t>et</a:t>
            </a:r>
            <a:r>
              <a:rPr lang="hu-HU"/>
              <a:t> ex </a:t>
            </a:r>
            <a:r>
              <a:rPr lang="hu-HU" err="1"/>
              <a:t>mollis</a:t>
            </a:r>
            <a:r>
              <a:rPr lang="hu-HU"/>
              <a:t>, in </a:t>
            </a:r>
            <a:r>
              <a:rPr lang="hu-HU" err="1"/>
              <a:t>luctus</a:t>
            </a:r>
            <a:r>
              <a:rPr lang="hu-HU"/>
              <a:t> </a:t>
            </a:r>
            <a:r>
              <a:rPr lang="hu-HU" err="1"/>
              <a:t>eros</a:t>
            </a:r>
            <a:r>
              <a:rPr lang="hu-HU"/>
              <a:t> </a:t>
            </a:r>
            <a:r>
              <a:rPr lang="hu-HU" err="1"/>
              <a:t>facilisis</a:t>
            </a:r>
            <a:r>
              <a:rPr lang="hu-HU"/>
              <a:t>. Integer </a:t>
            </a:r>
            <a:r>
              <a:rPr lang="hu-HU" err="1"/>
              <a:t>arcu</a:t>
            </a:r>
            <a:r>
              <a:rPr lang="hu-HU"/>
              <a:t> </a:t>
            </a:r>
            <a:r>
              <a:rPr lang="hu-HU" err="1"/>
              <a:t>eros</a:t>
            </a:r>
            <a:r>
              <a:rPr lang="hu-HU"/>
              <a:t>, </a:t>
            </a:r>
            <a:r>
              <a:rPr lang="hu-HU" err="1"/>
              <a:t>faucibus</a:t>
            </a:r>
            <a:r>
              <a:rPr lang="hu-HU"/>
              <a:t> vitae </a:t>
            </a:r>
            <a:r>
              <a:rPr lang="hu-HU" err="1"/>
              <a:t>iaculis</a:t>
            </a:r>
            <a:r>
              <a:rPr lang="hu-HU"/>
              <a:t> a, </a:t>
            </a:r>
            <a:r>
              <a:rPr lang="hu-HU" err="1"/>
              <a:t>placerat</a:t>
            </a:r>
            <a:r>
              <a:rPr lang="hu-HU"/>
              <a:t> eget </a:t>
            </a:r>
            <a:r>
              <a:rPr lang="hu-HU" err="1"/>
              <a:t>ligula</a:t>
            </a:r>
            <a:r>
              <a:rPr lang="hu-HU"/>
              <a:t>. </a:t>
            </a:r>
            <a:r>
              <a:rPr lang="hu-HU" err="1"/>
              <a:t>Curabitur</a:t>
            </a:r>
            <a:r>
              <a:rPr lang="hu-HU"/>
              <a:t> in </a:t>
            </a:r>
            <a:r>
              <a:rPr lang="hu-HU" err="1"/>
              <a:t>felis</a:t>
            </a:r>
            <a:r>
              <a:rPr lang="hu-HU"/>
              <a:t> </a:t>
            </a:r>
            <a:r>
              <a:rPr lang="hu-HU" err="1"/>
              <a:t>augue</a:t>
            </a:r>
            <a:r>
              <a:rPr lang="hu-HU"/>
              <a:t>. </a:t>
            </a:r>
            <a:r>
              <a:rPr lang="hu-HU" err="1"/>
              <a:t>Sed</a:t>
            </a:r>
            <a:r>
              <a:rPr lang="hu-HU"/>
              <a:t> </a:t>
            </a:r>
            <a:r>
              <a:rPr lang="hu-HU" err="1"/>
              <a:t>bibendum</a:t>
            </a:r>
            <a:r>
              <a:rPr lang="hu-HU"/>
              <a:t> </a:t>
            </a:r>
            <a:r>
              <a:rPr lang="hu-HU" err="1"/>
              <a:t>id</a:t>
            </a:r>
            <a:r>
              <a:rPr lang="hu-HU"/>
              <a:t> </a:t>
            </a:r>
            <a:r>
              <a:rPr lang="hu-HU" err="1"/>
              <a:t>magna</a:t>
            </a:r>
            <a:r>
              <a:rPr lang="hu-HU"/>
              <a:t> </a:t>
            </a:r>
            <a:r>
              <a:rPr lang="hu-HU" err="1"/>
              <a:t>eu</a:t>
            </a:r>
            <a:r>
              <a:rPr lang="hu-HU"/>
              <a:t> </a:t>
            </a:r>
            <a:r>
              <a:rPr lang="hu-HU" err="1"/>
              <a:t>suscipit</a:t>
            </a:r>
            <a:r>
              <a:rPr lang="hu-HU"/>
              <a:t>. </a:t>
            </a:r>
            <a:r>
              <a:rPr lang="hu-HU" err="1"/>
              <a:t>Mauris</a:t>
            </a:r>
            <a:r>
              <a:rPr lang="hu-HU"/>
              <a:t> vitae </a:t>
            </a:r>
            <a:r>
              <a:rPr lang="hu-HU" err="1"/>
              <a:t>lacus</a:t>
            </a:r>
            <a:r>
              <a:rPr lang="hu-HU"/>
              <a:t> </a:t>
            </a:r>
            <a:r>
              <a:rPr lang="hu-HU" err="1"/>
              <a:t>et</a:t>
            </a:r>
            <a:r>
              <a:rPr lang="hu-HU"/>
              <a:t> </a:t>
            </a:r>
            <a:r>
              <a:rPr lang="hu-HU" err="1"/>
              <a:t>neque</a:t>
            </a:r>
            <a:r>
              <a:rPr lang="hu-HU"/>
              <a:t> </a:t>
            </a:r>
            <a:r>
              <a:rPr lang="hu-HU" err="1"/>
              <a:t>vulputate</a:t>
            </a:r>
            <a:r>
              <a:rPr lang="hu-HU"/>
              <a:t> </a:t>
            </a:r>
            <a:r>
              <a:rPr lang="hu-HU" err="1"/>
              <a:t>tincidunt</a:t>
            </a:r>
            <a:r>
              <a:rPr lang="hu-HU"/>
              <a:t>.</a:t>
            </a:r>
          </a:p>
        </p:txBody>
      </p:sp>
      <p:sp>
        <p:nvSpPr>
          <p:cNvPr id="9" name="Slide Number Placeholder 4">
            <a:extLst>
              <a:ext uri="{FF2B5EF4-FFF2-40B4-BE49-F238E27FC236}">
                <a16:creationId xmlns:a16="http://schemas.microsoft.com/office/drawing/2014/main" id="{B92EF3DD-E60B-49B6-A69F-36D732D9D585}"/>
              </a:ext>
            </a:extLst>
          </p:cNvPr>
          <p:cNvSpPr>
            <a:spLocks noGrp="1"/>
          </p:cNvSpPr>
          <p:nvPr>
            <p:ph type="sldNum" sz="quarter" idx="20"/>
          </p:nvPr>
        </p:nvSpPr>
        <p:spPr>
          <a:xfrm>
            <a:off x="4588994" y="11399505"/>
            <a:ext cx="423212" cy="512071"/>
          </a:xfrm>
        </p:spPr>
        <p:txBody>
          <a:bodyPr anchor="t"/>
          <a:lstStyle>
            <a:lvl1pPr>
              <a:defRPr b="0" i="0">
                <a:latin typeface="Arial" panose="020B0604020202020204" pitchFamily="34" charset="0"/>
              </a:defRPr>
            </a:lvl1pPr>
          </a:lstStyle>
          <a:p>
            <a:fld id="{0DBD4B9B-A4CD-4407-98B0-945CF13A15A0}" type="slidenum">
              <a:rPr lang="hu-HU" smtClean="0"/>
              <a:pPr/>
              <a:t>‹#›</a:t>
            </a:fld>
            <a:endParaRPr lang="hu-HU"/>
          </a:p>
        </p:txBody>
      </p:sp>
      <p:sp>
        <p:nvSpPr>
          <p:cNvPr id="5" name="Cím 1">
            <a:extLst>
              <a:ext uri="{FF2B5EF4-FFF2-40B4-BE49-F238E27FC236}">
                <a16:creationId xmlns:a16="http://schemas.microsoft.com/office/drawing/2014/main" id="{7C8F8637-CECB-4E7B-AAB4-E4A63A94AC17}"/>
              </a:ext>
            </a:extLst>
          </p:cNvPr>
          <p:cNvSpPr>
            <a:spLocks noGrp="1"/>
          </p:cNvSpPr>
          <p:nvPr>
            <p:ph type="title" hasCustomPrompt="1"/>
          </p:nvPr>
        </p:nvSpPr>
        <p:spPr>
          <a:xfrm>
            <a:off x="406300" y="825993"/>
            <a:ext cx="8392300" cy="1393599"/>
          </a:xfrm>
        </p:spPr>
        <p:txBody>
          <a:bodyPr>
            <a:noAutofit/>
          </a:bodyPr>
          <a:lstStyle>
            <a:lvl1pPr>
              <a:lnSpc>
                <a:spcPct val="120000"/>
              </a:lnSpc>
              <a:defRPr b="1" i="0">
                <a:solidFill>
                  <a:srgbClr val="FBB82F"/>
                </a:solidFill>
                <a:latin typeface="Arial Black" panose="020B0A04020102020204" pitchFamily="34" charset="0"/>
                <a:cs typeface="Arial" panose="020B0604020202020204" pitchFamily="34" charset="0"/>
              </a:defRPr>
            </a:lvl1pPr>
          </a:lstStyle>
          <a:p>
            <a:r>
              <a:rPr lang="hu-HU"/>
              <a:t>Mintacím szerkesztése</a:t>
            </a:r>
          </a:p>
        </p:txBody>
      </p:sp>
    </p:spTree>
    <p:extLst>
      <p:ext uri="{BB962C8B-B14F-4D97-AF65-F5344CB8AC3E}">
        <p14:creationId xmlns:p14="http://schemas.microsoft.com/office/powerpoint/2010/main" val="1783729187"/>
      </p:ext>
    </p:extLst>
  </p:cSld>
  <p:clrMapOvr>
    <a:overrideClrMapping bg1="lt1" tx1="dk1" bg2="lt2" tx2="dk2" accent1="accent1" accent2="accent2" accent3="accent3" accent4="accent4" accent5="accent5" accent6="accent6" hlink="hlink" folHlink="folHlink"/>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ody_15">
    <p:bg>
      <p:bgPr>
        <a:solidFill>
          <a:srgbClr val="F7F7F7"/>
        </a:solidFill>
        <a:effectLst/>
      </p:bgPr>
    </p:bg>
    <p:spTree>
      <p:nvGrpSpPr>
        <p:cNvPr id="1" name=""/>
        <p:cNvGrpSpPr/>
        <p:nvPr/>
      </p:nvGrpSpPr>
      <p:grpSpPr>
        <a:xfrm>
          <a:off x="0" y="0"/>
          <a:ext cx="0" cy="0"/>
          <a:chOff x="0" y="0"/>
          <a:chExt cx="0" cy="0"/>
        </a:xfrm>
      </p:grpSpPr>
      <p:sp>
        <p:nvSpPr>
          <p:cNvPr id="9" name="Slide Number Placeholder 4">
            <a:extLst>
              <a:ext uri="{FF2B5EF4-FFF2-40B4-BE49-F238E27FC236}">
                <a16:creationId xmlns:a16="http://schemas.microsoft.com/office/drawing/2014/main" id="{476E3C57-2D51-446C-B211-40D6EDA7989A}"/>
              </a:ext>
            </a:extLst>
          </p:cNvPr>
          <p:cNvSpPr>
            <a:spLocks noGrp="1"/>
          </p:cNvSpPr>
          <p:nvPr>
            <p:ph type="sldNum" sz="quarter" idx="20"/>
          </p:nvPr>
        </p:nvSpPr>
        <p:spPr>
          <a:xfrm>
            <a:off x="4588994" y="11399505"/>
            <a:ext cx="423212" cy="512071"/>
          </a:xfrm>
        </p:spPr>
        <p:txBody>
          <a:bodyPr anchor="t"/>
          <a:lstStyle>
            <a:lvl1pPr>
              <a:defRPr b="0" i="0">
                <a:latin typeface="Arial" panose="020B0604020202020204" pitchFamily="34" charset="0"/>
              </a:defRPr>
            </a:lvl1pPr>
          </a:lstStyle>
          <a:p>
            <a:fld id="{0DBD4B9B-A4CD-4407-98B0-945CF13A15A0}" type="slidenum">
              <a:rPr lang="hu-HU" smtClean="0"/>
              <a:pPr/>
              <a:t>‹#›</a:t>
            </a:fld>
            <a:endParaRPr lang="hu-HU"/>
          </a:p>
        </p:txBody>
      </p:sp>
      <p:sp>
        <p:nvSpPr>
          <p:cNvPr id="3" name="Body Level One…">
            <a:extLst>
              <a:ext uri="{FF2B5EF4-FFF2-40B4-BE49-F238E27FC236}">
                <a16:creationId xmlns:a16="http://schemas.microsoft.com/office/drawing/2014/main" id="{6DE968D7-F4B7-0020-4DB5-6B6495483EF3}"/>
              </a:ext>
            </a:extLst>
          </p:cNvPr>
          <p:cNvSpPr txBox="1">
            <a:spLocks noGrp="1"/>
          </p:cNvSpPr>
          <p:nvPr>
            <p:ph type="body" sz="half" idx="17" hasCustomPrompt="1"/>
          </p:nvPr>
        </p:nvSpPr>
        <p:spPr>
          <a:xfrm>
            <a:off x="1295164" y="3390380"/>
            <a:ext cx="5296913" cy="7716199"/>
          </a:xfrm>
          <a:prstGeom prst="rect">
            <a:avLst/>
          </a:prstGeom>
        </p:spPr>
        <p:txBody>
          <a:bodyPr lIns="0" tIns="108000" rIns="0" bIns="108000" numCol="2"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err="1"/>
              <a:t>Pellentesque</a:t>
            </a:r>
            <a:r>
              <a:rPr lang="hu-HU"/>
              <a:t> </a:t>
            </a:r>
            <a:r>
              <a:rPr lang="hu-HU" err="1"/>
              <a:t>euismod</a:t>
            </a:r>
            <a:r>
              <a:rPr lang="hu-HU"/>
              <a:t> </a:t>
            </a:r>
            <a:r>
              <a:rPr lang="hu-HU" err="1"/>
              <a:t>velit</a:t>
            </a:r>
            <a:r>
              <a:rPr lang="hu-HU"/>
              <a:t> </a:t>
            </a:r>
            <a:r>
              <a:rPr lang="hu-HU" err="1"/>
              <a:t>at</a:t>
            </a:r>
            <a:r>
              <a:rPr lang="hu-HU"/>
              <a:t> tortor </a:t>
            </a:r>
            <a:r>
              <a:rPr lang="hu-HU" err="1"/>
              <a:t>faucibus</a:t>
            </a:r>
            <a:r>
              <a:rPr lang="hu-HU"/>
              <a:t>, eget </a:t>
            </a:r>
            <a:r>
              <a:rPr lang="hu-HU" err="1"/>
              <a:t>laoreet</a:t>
            </a:r>
            <a:r>
              <a:rPr lang="hu-HU"/>
              <a:t> turpis </a:t>
            </a:r>
            <a:r>
              <a:rPr lang="hu-HU" err="1"/>
              <a:t>tempus</a:t>
            </a:r>
            <a:r>
              <a:rPr lang="hu-HU"/>
              <a:t>. </a:t>
            </a:r>
            <a:r>
              <a:rPr lang="hu-HU" err="1"/>
              <a:t>Donec</a:t>
            </a:r>
            <a:r>
              <a:rPr lang="hu-HU"/>
              <a:t> </a:t>
            </a:r>
            <a:r>
              <a:rPr lang="hu-HU" err="1"/>
              <a:t>malesuada</a:t>
            </a:r>
            <a:r>
              <a:rPr lang="hu-HU"/>
              <a:t> elit </a:t>
            </a:r>
            <a:r>
              <a:rPr lang="hu-HU" err="1"/>
              <a:t>efficitur</a:t>
            </a:r>
            <a:r>
              <a:rPr lang="hu-HU"/>
              <a:t>, </a:t>
            </a:r>
            <a:r>
              <a:rPr lang="hu-HU" err="1"/>
              <a:t>accumsan</a:t>
            </a:r>
            <a:r>
              <a:rPr lang="hu-HU"/>
              <a:t> urna </a:t>
            </a:r>
            <a:r>
              <a:rPr lang="hu-HU" err="1"/>
              <a:t>at</a:t>
            </a:r>
            <a:r>
              <a:rPr lang="hu-HU"/>
              <a:t>, </a:t>
            </a:r>
            <a:r>
              <a:rPr lang="hu-HU" err="1"/>
              <a:t>egestas</a:t>
            </a:r>
            <a:r>
              <a:rPr lang="hu-HU"/>
              <a:t> </a:t>
            </a:r>
            <a:r>
              <a:rPr lang="hu-HU" err="1"/>
              <a:t>mauris</a:t>
            </a:r>
            <a:r>
              <a:rPr lang="hu-HU"/>
              <a:t>. </a:t>
            </a:r>
            <a:r>
              <a:rPr lang="hu-HU" err="1"/>
              <a:t>Sed</a:t>
            </a:r>
            <a:r>
              <a:rPr lang="hu-HU"/>
              <a:t> </a:t>
            </a:r>
            <a:r>
              <a:rPr lang="hu-HU" err="1"/>
              <a:t>consectetur</a:t>
            </a:r>
            <a:r>
              <a:rPr lang="hu-HU"/>
              <a:t> </a:t>
            </a:r>
            <a:r>
              <a:rPr lang="hu-HU" err="1"/>
              <a:t>justo</a:t>
            </a:r>
            <a:r>
              <a:rPr lang="hu-HU"/>
              <a:t> </a:t>
            </a:r>
            <a:r>
              <a:rPr lang="hu-HU" err="1"/>
              <a:t>et</a:t>
            </a:r>
            <a:r>
              <a:rPr lang="hu-HU"/>
              <a:t> ex </a:t>
            </a:r>
            <a:r>
              <a:rPr lang="hu-HU" err="1"/>
              <a:t>mollis</a:t>
            </a:r>
            <a:r>
              <a:rPr lang="hu-HU"/>
              <a:t>, in </a:t>
            </a:r>
            <a:r>
              <a:rPr lang="hu-HU" err="1"/>
              <a:t>luctus</a:t>
            </a:r>
            <a:r>
              <a:rPr lang="hu-HU"/>
              <a:t> </a:t>
            </a:r>
            <a:r>
              <a:rPr lang="hu-HU" err="1"/>
              <a:t>eros</a:t>
            </a:r>
            <a:r>
              <a:rPr lang="hu-HU"/>
              <a:t> </a:t>
            </a:r>
            <a:r>
              <a:rPr lang="hu-HU" err="1"/>
              <a:t>facilisis</a:t>
            </a:r>
            <a:r>
              <a:rPr lang="hu-HU"/>
              <a:t>. Integer </a:t>
            </a:r>
            <a:r>
              <a:rPr lang="hu-HU" err="1"/>
              <a:t>arcu</a:t>
            </a:r>
            <a:r>
              <a:rPr lang="hu-HU"/>
              <a:t> </a:t>
            </a:r>
            <a:r>
              <a:rPr lang="hu-HU" err="1"/>
              <a:t>eros</a:t>
            </a:r>
            <a:r>
              <a:rPr lang="hu-HU"/>
              <a:t>, </a:t>
            </a:r>
            <a:r>
              <a:rPr lang="hu-HU" err="1"/>
              <a:t>faucibus</a:t>
            </a:r>
            <a:r>
              <a:rPr lang="hu-HU"/>
              <a:t> vitae </a:t>
            </a:r>
            <a:r>
              <a:rPr lang="hu-HU" err="1"/>
              <a:t>iaculis</a:t>
            </a:r>
            <a:r>
              <a:rPr lang="hu-HU"/>
              <a:t> a, </a:t>
            </a:r>
            <a:r>
              <a:rPr lang="hu-HU" err="1"/>
              <a:t>placerat</a:t>
            </a:r>
            <a:r>
              <a:rPr lang="hu-HU"/>
              <a:t> eget </a:t>
            </a:r>
            <a:r>
              <a:rPr lang="hu-HU" err="1"/>
              <a:t>ligula</a:t>
            </a:r>
            <a:r>
              <a:rPr lang="hu-HU"/>
              <a:t>. </a:t>
            </a:r>
            <a:r>
              <a:rPr lang="hu-HU" err="1"/>
              <a:t>Curabitur</a:t>
            </a:r>
            <a:r>
              <a:rPr lang="hu-HU"/>
              <a:t> in </a:t>
            </a:r>
            <a:r>
              <a:rPr lang="hu-HU" err="1"/>
              <a:t>felis</a:t>
            </a:r>
            <a:r>
              <a:rPr lang="hu-HU"/>
              <a:t> </a:t>
            </a:r>
            <a:r>
              <a:rPr lang="hu-HU" err="1"/>
              <a:t>augue</a:t>
            </a:r>
            <a:r>
              <a:rPr lang="hu-HU"/>
              <a:t>. </a:t>
            </a:r>
            <a:r>
              <a:rPr lang="hu-HU" err="1"/>
              <a:t>Sed</a:t>
            </a:r>
            <a:r>
              <a:rPr lang="hu-HU"/>
              <a:t> </a:t>
            </a:r>
            <a:r>
              <a:rPr lang="hu-HU" err="1"/>
              <a:t>bibendum</a:t>
            </a:r>
            <a:r>
              <a:rPr lang="hu-HU"/>
              <a:t> </a:t>
            </a:r>
            <a:r>
              <a:rPr lang="hu-HU" err="1"/>
              <a:t>id</a:t>
            </a:r>
            <a:r>
              <a:rPr lang="hu-HU"/>
              <a:t> </a:t>
            </a:r>
            <a:r>
              <a:rPr lang="hu-HU" err="1"/>
              <a:t>magna</a:t>
            </a:r>
            <a:r>
              <a:rPr lang="hu-HU"/>
              <a:t> </a:t>
            </a:r>
            <a:r>
              <a:rPr lang="hu-HU" err="1"/>
              <a:t>eu</a:t>
            </a:r>
            <a:r>
              <a:rPr lang="hu-HU"/>
              <a:t> </a:t>
            </a:r>
            <a:r>
              <a:rPr lang="hu-HU" err="1"/>
              <a:t>suscipit</a:t>
            </a:r>
            <a:r>
              <a:rPr lang="hu-HU"/>
              <a:t>. </a:t>
            </a:r>
            <a:r>
              <a:rPr lang="hu-HU" err="1"/>
              <a:t>Mauris</a:t>
            </a:r>
            <a:r>
              <a:rPr lang="hu-HU"/>
              <a:t> vitae </a:t>
            </a:r>
            <a:r>
              <a:rPr lang="hu-HU" err="1"/>
              <a:t>lacus</a:t>
            </a:r>
            <a:r>
              <a:rPr lang="hu-HU"/>
              <a:t> </a:t>
            </a:r>
            <a:r>
              <a:rPr lang="hu-HU" err="1"/>
              <a:t>et</a:t>
            </a:r>
            <a:r>
              <a:rPr lang="hu-HU"/>
              <a:t> </a:t>
            </a:r>
            <a:r>
              <a:rPr lang="hu-HU" err="1"/>
              <a:t>neque</a:t>
            </a:r>
            <a:r>
              <a:rPr lang="hu-HU"/>
              <a:t> </a:t>
            </a:r>
            <a:r>
              <a:rPr lang="hu-HU" err="1"/>
              <a:t>vulputate</a:t>
            </a:r>
            <a:r>
              <a:rPr lang="hu-HU"/>
              <a:t> </a:t>
            </a:r>
            <a:r>
              <a:rPr lang="hu-HU" err="1"/>
              <a:t>tincidunt</a:t>
            </a:r>
            <a:r>
              <a:rPr lang="hu-HU"/>
              <a:t>.</a:t>
            </a:r>
          </a:p>
          <a:p>
            <a:r>
              <a:rPr lang="hu-HU"/>
              <a:t>Nulla </a:t>
            </a:r>
            <a:r>
              <a:rPr lang="hu-HU" err="1"/>
              <a:t>condimentum</a:t>
            </a:r>
            <a:r>
              <a:rPr lang="hu-HU"/>
              <a:t> </a:t>
            </a:r>
            <a:r>
              <a:rPr lang="hu-HU" err="1"/>
              <a:t>sagittis</a:t>
            </a:r>
            <a:r>
              <a:rPr lang="hu-HU"/>
              <a:t> </a:t>
            </a:r>
            <a:r>
              <a:rPr lang="hu-HU" err="1"/>
              <a:t>vestibulum</a:t>
            </a:r>
            <a:r>
              <a:rPr lang="hu-HU"/>
              <a:t>. </a:t>
            </a:r>
            <a:r>
              <a:rPr lang="hu-HU" err="1"/>
              <a:t>Morbi</a:t>
            </a:r>
            <a:r>
              <a:rPr lang="hu-HU"/>
              <a:t> </a:t>
            </a:r>
            <a:r>
              <a:rPr lang="hu-HU" err="1"/>
              <a:t>tellus</a:t>
            </a:r>
            <a:r>
              <a:rPr lang="hu-HU"/>
              <a:t> </a:t>
            </a:r>
            <a:r>
              <a:rPr lang="hu-HU" err="1"/>
              <a:t>augue</a:t>
            </a:r>
            <a:r>
              <a:rPr lang="hu-HU"/>
              <a:t>, </a:t>
            </a:r>
            <a:r>
              <a:rPr lang="hu-HU" err="1"/>
              <a:t>scelerisque</a:t>
            </a:r>
            <a:r>
              <a:rPr lang="hu-HU"/>
              <a:t> </a:t>
            </a:r>
            <a:r>
              <a:rPr lang="hu-HU" err="1"/>
              <a:t>sit</a:t>
            </a:r>
            <a:r>
              <a:rPr lang="hu-HU"/>
              <a:t> </a:t>
            </a:r>
            <a:r>
              <a:rPr lang="hu-HU" err="1"/>
              <a:t>amet</a:t>
            </a:r>
            <a:r>
              <a:rPr lang="hu-HU"/>
              <a:t> </a:t>
            </a:r>
            <a:r>
              <a:rPr lang="hu-HU" err="1"/>
              <a:t>tincidunt</a:t>
            </a:r>
            <a:r>
              <a:rPr lang="hu-HU"/>
              <a:t> </a:t>
            </a:r>
            <a:r>
              <a:rPr lang="hu-HU" err="1"/>
              <a:t>pellentesque</a:t>
            </a:r>
            <a:r>
              <a:rPr lang="hu-HU"/>
              <a:t>, </a:t>
            </a:r>
            <a:r>
              <a:rPr lang="hu-HU" err="1"/>
              <a:t>ultricies</a:t>
            </a:r>
            <a:r>
              <a:rPr lang="hu-HU"/>
              <a:t> a </a:t>
            </a:r>
            <a:r>
              <a:rPr lang="hu-HU" err="1"/>
              <a:t>nunc</a:t>
            </a:r>
            <a:r>
              <a:rPr lang="hu-HU"/>
              <a:t>. In </a:t>
            </a:r>
            <a:r>
              <a:rPr lang="hu-HU" err="1"/>
              <a:t>tempor</a:t>
            </a:r>
            <a:r>
              <a:rPr lang="hu-HU"/>
              <a:t> </a:t>
            </a:r>
            <a:r>
              <a:rPr lang="hu-HU" err="1"/>
              <a:t>eros</a:t>
            </a:r>
            <a:r>
              <a:rPr lang="hu-HU"/>
              <a:t> urna. </a:t>
            </a:r>
            <a:r>
              <a:rPr lang="hu-HU" err="1"/>
              <a:t>Proin</a:t>
            </a:r>
            <a:r>
              <a:rPr lang="hu-HU"/>
              <a:t> vitae elit </a:t>
            </a:r>
            <a:r>
              <a:rPr lang="hu-HU" err="1"/>
              <a:t>interdum</a:t>
            </a:r>
            <a:r>
              <a:rPr lang="hu-HU"/>
              <a:t>, </a:t>
            </a:r>
            <a:r>
              <a:rPr lang="hu-HU" err="1"/>
              <a:t>vehicula</a:t>
            </a:r>
            <a:r>
              <a:rPr lang="hu-HU"/>
              <a:t> sem </a:t>
            </a:r>
            <a:r>
              <a:rPr lang="hu-HU" err="1"/>
              <a:t>id</a:t>
            </a:r>
            <a:r>
              <a:rPr lang="hu-HU"/>
              <a:t>, </a:t>
            </a:r>
            <a:r>
              <a:rPr lang="hu-HU" err="1"/>
              <a:t>tempor</a:t>
            </a:r>
            <a:r>
              <a:rPr lang="hu-HU"/>
              <a:t> nulla. </a:t>
            </a:r>
            <a:r>
              <a:rPr lang="hu-HU" err="1"/>
              <a:t>Nam</a:t>
            </a:r>
            <a:r>
              <a:rPr lang="hu-HU"/>
              <a:t> </a:t>
            </a:r>
            <a:r>
              <a:rPr lang="hu-HU" err="1"/>
              <a:t>at</a:t>
            </a:r>
            <a:r>
              <a:rPr lang="hu-HU"/>
              <a:t> sem </a:t>
            </a:r>
            <a:r>
              <a:rPr lang="hu-HU" err="1"/>
              <a:t>sed</a:t>
            </a:r>
            <a:r>
              <a:rPr lang="hu-HU"/>
              <a:t> mi </a:t>
            </a:r>
            <a:r>
              <a:rPr lang="hu-HU" err="1"/>
              <a:t>laoreet</a:t>
            </a:r>
            <a:r>
              <a:rPr lang="hu-HU"/>
              <a:t> </a:t>
            </a:r>
            <a:r>
              <a:rPr lang="hu-HU" err="1"/>
              <a:t>vulputate</a:t>
            </a:r>
            <a:r>
              <a:rPr lang="hu-HU"/>
              <a:t> </a:t>
            </a:r>
            <a:r>
              <a:rPr lang="hu-HU" err="1"/>
              <a:t>eu</a:t>
            </a:r>
            <a:r>
              <a:rPr lang="hu-HU"/>
              <a:t> in urna. </a:t>
            </a:r>
            <a:r>
              <a:rPr lang="hu-HU" err="1"/>
              <a:t>Duis</a:t>
            </a:r>
            <a:r>
              <a:rPr lang="hu-HU"/>
              <a:t> </a:t>
            </a:r>
            <a:r>
              <a:rPr lang="hu-HU" err="1"/>
              <a:t>quis</a:t>
            </a:r>
            <a:r>
              <a:rPr lang="hu-HU"/>
              <a:t> </a:t>
            </a:r>
            <a:r>
              <a:rPr lang="hu-HU" err="1"/>
              <a:t>volutpat</a:t>
            </a:r>
            <a:r>
              <a:rPr lang="hu-HU"/>
              <a:t> felis. Nullam </a:t>
            </a:r>
            <a:r>
              <a:rPr lang="hu-HU" err="1"/>
              <a:t>nec</a:t>
            </a:r>
            <a:r>
              <a:rPr lang="hu-HU"/>
              <a:t> </a:t>
            </a:r>
            <a:r>
              <a:rPr lang="hu-HU" err="1"/>
              <a:t>enim</a:t>
            </a:r>
            <a:r>
              <a:rPr lang="hu-HU"/>
              <a:t> </a:t>
            </a:r>
            <a:r>
              <a:rPr lang="hu-HU" err="1"/>
              <a:t>blandit</a:t>
            </a:r>
            <a:r>
              <a:rPr lang="hu-HU"/>
              <a:t>, </a:t>
            </a:r>
            <a:r>
              <a:rPr lang="hu-HU" err="1"/>
              <a:t>vestibulum</a:t>
            </a:r>
            <a:r>
              <a:rPr lang="hu-HU"/>
              <a:t> </a:t>
            </a:r>
            <a:r>
              <a:rPr lang="hu-HU" err="1"/>
              <a:t>mauris</a:t>
            </a:r>
            <a:r>
              <a:rPr lang="hu-HU"/>
              <a:t> turpis </a:t>
            </a:r>
            <a:r>
              <a:rPr lang="hu-HU" err="1"/>
              <a:t>tincidunt</a:t>
            </a:r>
            <a:r>
              <a:rPr lang="hu-HU"/>
              <a:t> </a:t>
            </a:r>
            <a:r>
              <a:rPr lang="hu-HU" err="1"/>
              <a:t>velit</a:t>
            </a:r>
            <a:r>
              <a:rPr lang="hu-HU"/>
              <a:t>, </a:t>
            </a:r>
            <a:r>
              <a:rPr lang="hu-HU" err="1"/>
              <a:t>id</a:t>
            </a:r>
            <a:r>
              <a:rPr lang="hu-HU"/>
              <a:t> </a:t>
            </a:r>
            <a:r>
              <a:rPr lang="hu-HU" err="1"/>
              <a:t>pulvinar</a:t>
            </a:r>
            <a:r>
              <a:rPr lang="hu-HU"/>
              <a:t> </a:t>
            </a:r>
            <a:r>
              <a:rPr lang="hu-HU" err="1"/>
              <a:t>tellus</a:t>
            </a:r>
            <a:r>
              <a:rPr lang="hu-HU"/>
              <a:t> </a:t>
            </a:r>
            <a:r>
              <a:rPr lang="hu-HU" err="1"/>
              <a:t>tellus</a:t>
            </a:r>
            <a:r>
              <a:rPr lang="hu-HU"/>
              <a:t> </a:t>
            </a:r>
            <a:r>
              <a:rPr lang="hu-HU" err="1"/>
              <a:t>ut</a:t>
            </a:r>
            <a:r>
              <a:rPr lang="hu-HU"/>
              <a:t> </a:t>
            </a:r>
            <a:r>
              <a:rPr lang="hu-HU" err="1"/>
              <a:t>dolor</a:t>
            </a:r>
            <a:r>
              <a:rPr lang="hu-HU"/>
              <a:t>. </a:t>
            </a:r>
            <a:r>
              <a:rPr lang="hu-HU" err="1"/>
              <a:t>Sed</a:t>
            </a:r>
            <a:r>
              <a:rPr lang="hu-HU"/>
              <a:t> </a:t>
            </a:r>
            <a:r>
              <a:rPr lang="hu-HU" err="1"/>
              <a:t>rutrum</a:t>
            </a:r>
            <a:r>
              <a:rPr lang="hu-HU"/>
              <a:t> est </a:t>
            </a:r>
            <a:r>
              <a:rPr lang="hu-HU" err="1"/>
              <a:t>eu</a:t>
            </a:r>
            <a:r>
              <a:rPr lang="hu-HU"/>
              <a:t> nulla </a:t>
            </a:r>
            <a:r>
              <a:rPr lang="hu-HU" err="1"/>
              <a:t>mollis</a:t>
            </a:r>
            <a:r>
              <a:rPr lang="hu-HU"/>
              <a:t>, </a:t>
            </a:r>
            <a:r>
              <a:rPr lang="hu-HU" err="1"/>
              <a:t>eu</a:t>
            </a:r>
            <a:r>
              <a:rPr lang="hu-HU"/>
              <a:t> </a:t>
            </a:r>
            <a:r>
              <a:rPr lang="hu-HU" err="1"/>
              <a:t>dignissim</a:t>
            </a:r>
            <a:r>
              <a:rPr lang="hu-HU"/>
              <a:t> </a:t>
            </a:r>
            <a:r>
              <a:rPr lang="hu-HU" err="1"/>
              <a:t>libero</a:t>
            </a:r>
            <a:r>
              <a:rPr lang="hu-HU"/>
              <a:t> </a:t>
            </a:r>
            <a:r>
              <a:rPr lang="hu-HU" err="1"/>
              <a:t>luctus</a:t>
            </a:r>
            <a:r>
              <a:rPr lang="hu-HU"/>
              <a:t>. </a:t>
            </a:r>
          </a:p>
          <a:p>
            <a:r>
              <a:rPr lang="hu-HU" err="1"/>
              <a:t>Donec</a:t>
            </a:r>
            <a:r>
              <a:rPr lang="hu-HU"/>
              <a:t> </a:t>
            </a:r>
            <a:r>
              <a:rPr lang="hu-HU" err="1"/>
              <a:t>sit</a:t>
            </a:r>
            <a:r>
              <a:rPr lang="hu-HU"/>
              <a:t> </a:t>
            </a:r>
            <a:r>
              <a:rPr lang="hu-HU" err="1"/>
              <a:t>amet</a:t>
            </a:r>
            <a:r>
              <a:rPr lang="hu-HU"/>
              <a:t> </a:t>
            </a:r>
            <a:r>
              <a:rPr lang="hu-HU" err="1"/>
              <a:t>pulvinar</a:t>
            </a:r>
            <a:r>
              <a:rPr lang="hu-HU"/>
              <a:t> </a:t>
            </a:r>
            <a:r>
              <a:rPr lang="hu-HU" err="1"/>
              <a:t>risus</a:t>
            </a:r>
            <a:r>
              <a:rPr lang="hu-HU"/>
              <a:t>. </a:t>
            </a:r>
            <a:r>
              <a:rPr lang="hu-HU" err="1"/>
              <a:t>Praesent</a:t>
            </a:r>
            <a:r>
              <a:rPr lang="hu-HU"/>
              <a:t> </a:t>
            </a:r>
            <a:r>
              <a:rPr lang="hu-HU" err="1"/>
              <a:t>gravida</a:t>
            </a:r>
            <a:r>
              <a:rPr lang="hu-HU"/>
              <a:t> </a:t>
            </a:r>
            <a:r>
              <a:rPr lang="hu-HU" err="1"/>
              <a:t>sollicitudin</a:t>
            </a:r>
            <a:r>
              <a:rPr lang="hu-HU"/>
              <a:t> </a:t>
            </a:r>
            <a:r>
              <a:rPr lang="hu-HU" err="1"/>
              <a:t>felis</a:t>
            </a:r>
            <a:r>
              <a:rPr lang="hu-HU"/>
              <a:t>, </a:t>
            </a:r>
            <a:r>
              <a:rPr lang="hu-HU" err="1"/>
              <a:t>vestibulum</a:t>
            </a:r>
            <a:r>
              <a:rPr lang="hu-HU"/>
              <a:t> </a:t>
            </a:r>
            <a:r>
              <a:rPr lang="hu-HU" err="1"/>
              <a:t>luctus</a:t>
            </a:r>
            <a:r>
              <a:rPr lang="hu-HU"/>
              <a:t> </a:t>
            </a:r>
            <a:r>
              <a:rPr lang="hu-HU" err="1"/>
              <a:t>erat</a:t>
            </a:r>
            <a:r>
              <a:rPr lang="hu-HU"/>
              <a:t> </a:t>
            </a:r>
            <a:r>
              <a:rPr lang="hu-HU" err="1"/>
              <a:t>facilisis</a:t>
            </a:r>
            <a:r>
              <a:rPr lang="hu-HU"/>
              <a:t> </a:t>
            </a:r>
            <a:r>
              <a:rPr lang="hu-HU" err="1"/>
              <a:t>cursus</a:t>
            </a:r>
            <a:r>
              <a:rPr lang="hu-HU"/>
              <a:t>. Proin sagittis arcu felis, sed accumsan urna elementum quis.</a:t>
            </a:r>
          </a:p>
        </p:txBody>
      </p:sp>
      <p:sp>
        <p:nvSpPr>
          <p:cNvPr id="5" name="Szöveg helye 2">
            <a:extLst>
              <a:ext uri="{FF2B5EF4-FFF2-40B4-BE49-F238E27FC236}">
                <a16:creationId xmlns:a16="http://schemas.microsoft.com/office/drawing/2014/main" id="{6CF0023D-8036-A226-257A-DA100288A34A}"/>
              </a:ext>
            </a:extLst>
          </p:cNvPr>
          <p:cNvSpPr>
            <a:spLocks noGrp="1"/>
          </p:cNvSpPr>
          <p:nvPr>
            <p:ph type="body" sz="quarter" idx="21" hasCustomPrompt="1"/>
          </p:nvPr>
        </p:nvSpPr>
        <p:spPr>
          <a:xfrm>
            <a:off x="406302" y="2250294"/>
            <a:ext cx="8788598" cy="1140084"/>
          </a:xfrm>
        </p:spPr>
        <p:txBody>
          <a:bodyPr numCol="1">
            <a:noAutofit/>
          </a:bodyPr>
          <a:lstStyle>
            <a:lvl1pPr marL="0" indent="0" defTabSz="1280160">
              <a:buClrTx/>
              <a:buSzTx/>
              <a:buNone/>
              <a:tabLst/>
              <a:defRPr b="0" i="0" cap="none">
                <a:solidFill>
                  <a:schemeClr val="accent2"/>
                </a:solidFill>
                <a:latin typeface="Arial" panose="020B0604020202020204" pitchFamily="34" charset="0"/>
              </a:defRPr>
            </a:lvl1pPr>
          </a:lstStyle>
          <a:p>
            <a:pPr marL="0" indent="0" defTabSz="914400">
              <a:buClrTx/>
              <a:buSzTx/>
              <a:buNone/>
              <a:tabLst/>
              <a:defRPr cap="none">
                <a:solidFill>
                  <a:schemeClr val="accent2"/>
                </a:solidFill>
              </a:defRPr>
            </a:pPr>
            <a:r>
              <a:rPr lang="hu-HU"/>
              <a:t>Minta alcím szerkesztése</a:t>
            </a:r>
          </a:p>
        </p:txBody>
      </p:sp>
      <p:sp>
        <p:nvSpPr>
          <p:cNvPr id="4" name="Cím 1">
            <a:extLst>
              <a:ext uri="{FF2B5EF4-FFF2-40B4-BE49-F238E27FC236}">
                <a16:creationId xmlns:a16="http://schemas.microsoft.com/office/drawing/2014/main" id="{B03782A2-B608-1BFE-F9EC-84C032AFE5E1}"/>
              </a:ext>
            </a:extLst>
          </p:cNvPr>
          <p:cNvSpPr>
            <a:spLocks noGrp="1"/>
          </p:cNvSpPr>
          <p:nvPr>
            <p:ph type="title" hasCustomPrompt="1"/>
          </p:nvPr>
        </p:nvSpPr>
        <p:spPr>
          <a:xfrm>
            <a:off x="406300" y="825993"/>
            <a:ext cx="8392300" cy="1393599"/>
          </a:xfrm>
        </p:spPr>
        <p:txBody>
          <a:bodyPr>
            <a:noAutofit/>
          </a:bodyPr>
          <a:lstStyle>
            <a:lvl1pPr>
              <a:lnSpc>
                <a:spcPct val="120000"/>
              </a:lnSpc>
              <a:defRPr b="1" i="0">
                <a:solidFill>
                  <a:srgbClr val="FBB82F"/>
                </a:solidFill>
                <a:latin typeface="Arial Black" panose="020B0A04020102020204" pitchFamily="34" charset="0"/>
                <a:cs typeface="Arial" panose="020B0604020202020204" pitchFamily="34" charset="0"/>
              </a:defRPr>
            </a:lvl1pPr>
          </a:lstStyle>
          <a:p>
            <a:r>
              <a:rPr lang="hu-HU"/>
              <a:t>Mintacím szerkesztése</a:t>
            </a:r>
          </a:p>
        </p:txBody>
      </p:sp>
    </p:spTree>
    <p:extLst>
      <p:ext uri="{BB962C8B-B14F-4D97-AF65-F5344CB8AC3E}">
        <p14:creationId xmlns:p14="http://schemas.microsoft.com/office/powerpoint/2010/main" val="350511853"/>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ody_16">
    <p:bg>
      <p:bgPr>
        <a:solidFill>
          <a:srgbClr val="F7F7F7"/>
        </a:solidFill>
        <a:effectLst/>
      </p:bgPr>
    </p:bg>
    <p:spTree>
      <p:nvGrpSpPr>
        <p:cNvPr id="1" name=""/>
        <p:cNvGrpSpPr/>
        <p:nvPr/>
      </p:nvGrpSpPr>
      <p:grpSpPr>
        <a:xfrm>
          <a:off x="0" y="0"/>
          <a:ext cx="0" cy="0"/>
          <a:chOff x="0" y="0"/>
          <a:chExt cx="0" cy="0"/>
        </a:xfrm>
      </p:grpSpPr>
      <p:sp>
        <p:nvSpPr>
          <p:cNvPr id="7" name="Kép helye 4">
            <a:extLst>
              <a:ext uri="{FF2B5EF4-FFF2-40B4-BE49-F238E27FC236}">
                <a16:creationId xmlns:a16="http://schemas.microsoft.com/office/drawing/2014/main" id="{B2FC2B97-A51A-46E6-92C5-8E1FC125A864}"/>
              </a:ext>
            </a:extLst>
          </p:cNvPr>
          <p:cNvSpPr>
            <a:spLocks noGrp="1"/>
          </p:cNvSpPr>
          <p:nvPr>
            <p:ph type="pic" sz="quarter" idx="15"/>
          </p:nvPr>
        </p:nvSpPr>
        <p:spPr>
          <a:xfrm>
            <a:off x="412554" y="4294315"/>
            <a:ext cx="2355395" cy="4184632"/>
          </a:xfrm>
        </p:spPr>
        <p:txBody>
          <a:bodyPr numCol="1" anchor="ctr">
            <a:noAutofit/>
          </a:bodyPr>
          <a:lstStyle>
            <a:lvl1pPr marL="0" indent="0" algn="ctr">
              <a:buNone/>
              <a:defRPr/>
            </a:lvl1pPr>
          </a:lstStyle>
          <a:p>
            <a:endParaRPr lang="hu-HU"/>
          </a:p>
        </p:txBody>
      </p:sp>
      <p:sp>
        <p:nvSpPr>
          <p:cNvPr id="10" name="Szöveg helye 6">
            <a:extLst>
              <a:ext uri="{FF2B5EF4-FFF2-40B4-BE49-F238E27FC236}">
                <a16:creationId xmlns:a16="http://schemas.microsoft.com/office/drawing/2014/main" id="{B6C36F18-C0C6-4E5F-B875-C38AB3A7AA05}"/>
              </a:ext>
            </a:extLst>
          </p:cNvPr>
          <p:cNvSpPr>
            <a:spLocks noGrp="1"/>
          </p:cNvSpPr>
          <p:nvPr>
            <p:ph type="body" sz="quarter" idx="18" hasCustomPrompt="1"/>
          </p:nvPr>
        </p:nvSpPr>
        <p:spPr>
          <a:xfrm>
            <a:off x="412551" y="9705197"/>
            <a:ext cx="2794100" cy="1401379"/>
          </a:xfrm>
        </p:spPr>
        <p:txBody>
          <a:bodyPr tIns="0" bIns="108000">
            <a:noAutofit/>
          </a:bodyPr>
          <a:lstStyle>
            <a:lvl1pPr marL="0" indent="0">
              <a:buNone/>
              <a:defRPr sz="900" b="1" i="0">
                <a:solidFill>
                  <a:schemeClr val="bg2"/>
                </a:solidFill>
                <a:latin typeface="Arial" panose="020B0604020202020204" pitchFamily="34" charset="0"/>
                <a:cs typeface="Arial" panose="020B0604020202020204" pitchFamily="34" charset="0"/>
              </a:defRPr>
            </a:lvl1pPr>
          </a:lstStyle>
          <a:p>
            <a:pPr lvl="0"/>
            <a:r>
              <a:rPr lang="hu-HU"/>
              <a:t>Képaláírás</a:t>
            </a:r>
          </a:p>
        </p:txBody>
      </p:sp>
      <p:sp>
        <p:nvSpPr>
          <p:cNvPr id="11" name="Szöveg helye 6">
            <a:extLst>
              <a:ext uri="{FF2B5EF4-FFF2-40B4-BE49-F238E27FC236}">
                <a16:creationId xmlns:a16="http://schemas.microsoft.com/office/drawing/2014/main" id="{E1759D90-8D81-4277-AFB3-9BD72EE6D0B0}"/>
              </a:ext>
            </a:extLst>
          </p:cNvPr>
          <p:cNvSpPr>
            <a:spLocks noGrp="1"/>
          </p:cNvSpPr>
          <p:nvPr>
            <p:ph type="body" sz="quarter" idx="19" hasCustomPrompt="1"/>
          </p:nvPr>
        </p:nvSpPr>
        <p:spPr>
          <a:xfrm>
            <a:off x="3400425" y="9705197"/>
            <a:ext cx="2800350" cy="1401379"/>
          </a:xfrm>
        </p:spPr>
        <p:txBody>
          <a:bodyPr tIns="0" bIns="108000">
            <a:noAutofit/>
          </a:bodyPr>
          <a:lstStyle>
            <a:lvl1pPr marL="0" indent="0">
              <a:buNone/>
              <a:defRPr sz="900" b="1" i="0">
                <a:solidFill>
                  <a:schemeClr val="bg2"/>
                </a:solidFill>
                <a:latin typeface="Arial" panose="020B0604020202020204" pitchFamily="34" charset="0"/>
                <a:cs typeface="Arial" panose="020B0604020202020204" pitchFamily="34" charset="0"/>
              </a:defRPr>
            </a:lvl1pPr>
          </a:lstStyle>
          <a:p>
            <a:pPr lvl="0"/>
            <a:r>
              <a:rPr lang="hu-HU"/>
              <a:t>Képaláírás</a:t>
            </a:r>
          </a:p>
        </p:txBody>
      </p:sp>
      <p:sp>
        <p:nvSpPr>
          <p:cNvPr id="12" name="Szöveg helye 6">
            <a:extLst>
              <a:ext uri="{FF2B5EF4-FFF2-40B4-BE49-F238E27FC236}">
                <a16:creationId xmlns:a16="http://schemas.microsoft.com/office/drawing/2014/main" id="{617F18BB-9957-43F4-A5BB-120A138F315A}"/>
              </a:ext>
            </a:extLst>
          </p:cNvPr>
          <p:cNvSpPr>
            <a:spLocks noGrp="1"/>
          </p:cNvSpPr>
          <p:nvPr>
            <p:ph type="body" sz="quarter" idx="20" hasCustomPrompt="1"/>
          </p:nvPr>
        </p:nvSpPr>
        <p:spPr>
          <a:xfrm>
            <a:off x="6394549" y="9705197"/>
            <a:ext cx="2800350" cy="1401379"/>
          </a:xfrm>
        </p:spPr>
        <p:txBody>
          <a:bodyPr tIns="0" bIns="108000">
            <a:noAutofit/>
          </a:bodyPr>
          <a:lstStyle>
            <a:lvl1pPr marL="0" indent="0">
              <a:buNone/>
              <a:defRPr sz="900" b="1" i="0">
                <a:solidFill>
                  <a:schemeClr val="bg2"/>
                </a:solidFill>
                <a:latin typeface="Arial" panose="020B0604020202020204" pitchFamily="34" charset="0"/>
                <a:cs typeface="Arial" panose="020B0604020202020204" pitchFamily="34" charset="0"/>
              </a:defRPr>
            </a:lvl1pPr>
          </a:lstStyle>
          <a:p>
            <a:pPr lvl="0"/>
            <a:r>
              <a:rPr lang="hu-HU"/>
              <a:t>Képaláírás</a:t>
            </a:r>
          </a:p>
        </p:txBody>
      </p:sp>
      <p:sp>
        <p:nvSpPr>
          <p:cNvPr id="15" name="Slide Number Placeholder 4">
            <a:extLst>
              <a:ext uri="{FF2B5EF4-FFF2-40B4-BE49-F238E27FC236}">
                <a16:creationId xmlns:a16="http://schemas.microsoft.com/office/drawing/2014/main" id="{64826958-EF54-4489-9140-FF7702181B61}"/>
              </a:ext>
            </a:extLst>
          </p:cNvPr>
          <p:cNvSpPr>
            <a:spLocks noGrp="1"/>
          </p:cNvSpPr>
          <p:nvPr>
            <p:ph type="sldNum" sz="quarter" idx="23"/>
          </p:nvPr>
        </p:nvSpPr>
        <p:spPr>
          <a:xfrm>
            <a:off x="4588994" y="11399505"/>
            <a:ext cx="423212" cy="512071"/>
          </a:xfrm>
        </p:spPr>
        <p:txBody>
          <a:bodyPr anchor="t">
            <a:noAutofit/>
          </a:bodyPr>
          <a:lstStyle>
            <a:lvl1pPr>
              <a:defRPr b="0" i="0">
                <a:latin typeface="Arial" panose="020B0604020202020204" pitchFamily="34" charset="0"/>
              </a:defRPr>
            </a:lvl1pPr>
          </a:lstStyle>
          <a:p>
            <a:fld id="{0DBD4B9B-A4CD-4407-98B0-945CF13A15A0}" type="slidenum">
              <a:rPr lang="hu-HU" smtClean="0"/>
              <a:pPr/>
              <a:t>‹#›</a:t>
            </a:fld>
            <a:endParaRPr lang="hu-HU"/>
          </a:p>
        </p:txBody>
      </p:sp>
      <p:sp>
        <p:nvSpPr>
          <p:cNvPr id="3" name="Cím 1">
            <a:extLst>
              <a:ext uri="{FF2B5EF4-FFF2-40B4-BE49-F238E27FC236}">
                <a16:creationId xmlns:a16="http://schemas.microsoft.com/office/drawing/2014/main" id="{898B53F0-E2C4-ADB1-FB23-0CEFBD99197C}"/>
              </a:ext>
            </a:extLst>
          </p:cNvPr>
          <p:cNvSpPr>
            <a:spLocks noGrp="1"/>
          </p:cNvSpPr>
          <p:nvPr>
            <p:ph type="title" hasCustomPrompt="1"/>
          </p:nvPr>
        </p:nvSpPr>
        <p:spPr>
          <a:xfrm>
            <a:off x="406300" y="825993"/>
            <a:ext cx="8392300" cy="1393599"/>
          </a:xfrm>
        </p:spPr>
        <p:txBody>
          <a:bodyPr>
            <a:noAutofit/>
          </a:bodyPr>
          <a:lstStyle>
            <a:lvl1pPr>
              <a:lnSpc>
                <a:spcPct val="120000"/>
              </a:lnSpc>
              <a:defRPr b="1" i="0">
                <a:solidFill>
                  <a:srgbClr val="FBB82F"/>
                </a:solidFill>
                <a:latin typeface="Arial Black" panose="020B0A04020102020204" pitchFamily="34" charset="0"/>
                <a:cs typeface="Arial" panose="020B0604020202020204" pitchFamily="34" charset="0"/>
              </a:defRPr>
            </a:lvl1pPr>
          </a:lstStyle>
          <a:p>
            <a:r>
              <a:rPr lang="hu-HU"/>
              <a:t>Mintacím szerkesztése</a:t>
            </a:r>
          </a:p>
        </p:txBody>
      </p:sp>
      <p:sp>
        <p:nvSpPr>
          <p:cNvPr id="6" name="Text Placeholder 4">
            <a:extLst>
              <a:ext uri="{FF2B5EF4-FFF2-40B4-BE49-F238E27FC236}">
                <a16:creationId xmlns:a16="http://schemas.microsoft.com/office/drawing/2014/main" id="{487091B4-7167-8140-6D57-A522E2EAC056}"/>
              </a:ext>
            </a:extLst>
          </p:cNvPr>
          <p:cNvSpPr>
            <a:spLocks noGrp="1"/>
          </p:cNvSpPr>
          <p:nvPr>
            <p:ph type="body" sz="quarter" idx="24" hasCustomPrompt="1"/>
          </p:nvPr>
        </p:nvSpPr>
        <p:spPr>
          <a:xfrm>
            <a:off x="412551" y="2250296"/>
            <a:ext cx="8392300" cy="1072726"/>
          </a:xfrm>
        </p:spPr>
        <p:txBody>
          <a:bodyPr>
            <a:noAutofit/>
          </a:bodyPr>
          <a:lstStyle>
            <a:lvl1pPr>
              <a:defRPr sz="900">
                <a:solidFill>
                  <a:schemeClr val="bg2"/>
                </a:solidFill>
              </a:defRPr>
            </a:lvl1pPr>
          </a:lstStyle>
          <a:p>
            <a:pPr lvl="0"/>
            <a:r>
              <a:rPr lang="en-US"/>
              <a:t>Minta </a:t>
            </a:r>
            <a:r>
              <a:rPr lang="en-US" err="1"/>
              <a:t>alcím</a:t>
            </a:r>
            <a:r>
              <a:rPr lang="en-US"/>
              <a:t> </a:t>
            </a:r>
            <a:r>
              <a:rPr lang="en-US" err="1"/>
              <a:t>szerkesztése</a:t>
            </a:r>
            <a:endParaRPr lang="hu-HU"/>
          </a:p>
        </p:txBody>
      </p:sp>
      <p:sp>
        <p:nvSpPr>
          <p:cNvPr id="18" name="Kép helye 4">
            <a:extLst>
              <a:ext uri="{FF2B5EF4-FFF2-40B4-BE49-F238E27FC236}">
                <a16:creationId xmlns:a16="http://schemas.microsoft.com/office/drawing/2014/main" id="{39C361B3-9F02-F20B-1BBE-AA0413EBB3D2}"/>
              </a:ext>
            </a:extLst>
          </p:cNvPr>
          <p:cNvSpPr>
            <a:spLocks noGrp="1"/>
          </p:cNvSpPr>
          <p:nvPr>
            <p:ph type="pic" sz="quarter" idx="25"/>
          </p:nvPr>
        </p:nvSpPr>
        <p:spPr>
          <a:xfrm>
            <a:off x="3400427" y="4294313"/>
            <a:ext cx="2355395" cy="4184632"/>
          </a:xfrm>
        </p:spPr>
        <p:txBody>
          <a:bodyPr numCol="1" anchor="ctr">
            <a:noAutofit/>
          </a:bodyPr>
          <a:lstStyle>
            <a:lvl1pPr marL="0" indent="0" algn="ctr">
              <a:buNone/>
              <a:defRPr/>
            </a:lvl1pPr>
          </a:lstStyle>
          <a:p>
            <a:endParaRPr lang="hu-HU"/>
          </a:p>
        </p:txBody>
      </p:sp>
      <p:sp>
        <p:nvSpPr>
          <p:cNvPr id="19" name="Kép helye 4">
            <a:extLst>
              <a:ext uri="{FF2B5EF4-FFF2-40B4-BE49-F238E27FC236}">
                <a16:creationId xmlns:a16="http://schemas.microsoft.com/office/drawing/2014/main" id="{95FEC53D-1B0C-A6D4-3164-8C4F05AB50A5}"/>
              </a:ext>
            </a:extLst>
          </p:cNvPr>
          <p:cNvSpPr>
            <a:spLocks noGrp="1"/>
          </p:cNvSpPr>
          <p:nvPr>
            <p:ph type="pic" sz="quarter" idx="26"/>
          </p:nvPr>
        </p:nvSpPr>
        <p:spPr>
          <a:xfrm>
            <a:off x="6388300" y="4247822"/>
            <a:ext cx="2355395" cy="4184632"/>
          </a:xfrm>
        </p:spPr>
        <p:txBody>
          <a:bodyPr numCol="1" anchor="ctr">
            <a:noAutofit/>
          </a:bodyPr>
          <a:lstStyle>
            <a:lvl1pPr marL="0" indent="0" algn="ctr">
              <a:buNone/>
              <a:defRPr/>
            </a:lvl1pPr>
          </a:lstStyle>
          <a:p>
            <a:endParaRPr lang="hu-HU"/>
          </a:p>
        </p:txBody>
      </p:sp>
    </p:spTree>
    <p:extLst>
      <p:ext uri="{BB962C8B-B14F-4D97-AF65-F5344CB8AC3E}">
        <p14:creationId xmlns:p14="http://schemas.microsoft.com/office/powerpoint/2010/main" val="3587044530"/>
      </p:ext>
    </p:extLst>
  </p:cSld>
  <p:clrMapOvr>
    <a:masterClrMapping/>
  </p:clrMapOvr>
  <p:transition spd="med"/>
  <p:extLst>
    <p:ext uri="{DCECCB84-F9BA-43D5-87BE-67443E8EF086}">
      <p15:sldGuideLst xmlns:p15="http://schemas.microsoft.com/office/powerpoint/2012/main">
        <p15:guide id="1" pos="256" userDrawn="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ody_17">
    <p:bg>
      <p:bgPr>
        <a:solidFill>
          <a:srgbClr val="F7F7F7"/>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4"/>
          </p:nvPr>
        </p:nvSpPr>
        <p:spPr>
          <a:xfrm>
            <a:off x="2568321" y="4267201"/>
            <a:ext cx="1600200" cy="5348224"/>
          </a:xfrm>
          <a:prstGeom prst="rect">
            <a:avLst/>
          </a:prstGeom>
          <a:solidFill>
            <a:srgbClr val="1C2B39"/>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339042"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6" name="Picture Placeholder 8"/>
          <p:cNvSpPr>
            <a:spLocks noGrp="1"/>
          </p:cNvSpPr>
          <p:nvPr>
            <p:ph type="pic" sz="quarter" idx="15"/>
          </p:nvPr>
        </p:nvSpPr>
        <p:spPr>
          <a:xfrm>
            <a:off x="6109764"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8"/>
          </p:nvPr>
        </p:nvSpPr>
        <p:spPr>
          <a:xfrm>
            <a:off x="7976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Cím 1">
            <a:extLst>
              <a:ext uri="{FF2B5EF4-FFF2-40B4-BE49-F238E27FC236}">
                <a16:creationId xmlns:a16="http://schemas.microsoft.com/office/drawing/2014/main" id="{22DEBA68-416C-177A-E5C8-9F3155111E3F}"/>
              </a:ext>
            </a:extLst>
          </p:cNvPr>
          <p:cNvSpPr>
            <a:spLocks noGrp="1"/>
          </p:cNvSpPr>
          <p:nvPr>
            <p:ph type="title" hasCustomPrompt="1"/>
          </p:nvPr>
        </p:nvSpPr>
        <p:spPr>
          <a:xfrm>
            <a:off x="794122" y="2459479"/>
            <a:ext cx="8004478" cy="1523243"/>
          </a:xfrm>
        </p:spPr>
        <p:txBody>
          <a:bodyPr anchor="t">
            <a:noAutofit/>
          </a:bodyPr>
          <a:lstStyle>
            <a:lvl1pPr>
              <a:defRPr>
                <a:solidFill>
                  <a:srgbClr val="FBB82F"/>
                </a:solidFill>
                <a:latin typeface="Arial Black" panose="020B0A04020102020204" pitchFamily="34" charset="0"/>
              </a:defRPr>
            </a:lvl1pPr>
          </a:lstStyle>
          <a:p>
            <a:r>
              <a:rPr lang="hu-HU">
                <a:solidFill>
                  <a:schemeClr val="tx2"/>
                </a:solidFill>
                <a:latin typeface="Arial Black" panose="020B0604020202020204" pitchFamily="34" charset="0"/>
                <a:cs typeface="Arial Black" panose="020B0604020202020204" pitchFamily="34" charset="0"/>
              </a:rPr>
              <a:t>CLICK TO EDIT</a:t>
            </a:r>
          </a:p>
        </p:txBody>
      </p:sp>
    </p:spTree>
    <p:extLst>
      <p:ext uri="{BB962C8B-B14F-4D97-AF65-F5344CB8AC3E}">
        <p14:creationId xmlns:p14="http://schemas.microsoft.com/office/powerpoint/2010/main" val="286617012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Body_18">
    <p:bg>
      <p:bgPr>
        <a:solidFill>
          <a:srgbClr val="F7F7F7"/>
        </a:solid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13867F8-78EF-D593-3EC0-FFE1D51174AB}"/>
              </a:ext>
            </a:extLst>
          </p:cNvPr>
          <p:cNvSpPr>
            <a:spLocks noGrp="1"/>
          </p:cNvSpPr>
          <p:nvPr>
            <p:ph type="body" sz="quarter" idx="11" hasCustomPrompt="1"/>
          </p:nvPr>
        </p:nvSpPr>
        <p:spPr>
          <a:xfrm>
            <a:off x="406301" y="1479026"/>
            <a:ext cx="3340834" cy="1846510"/>
          </a:xfrm>
        </p:spPr>
        <p:txBody>
          <a:bodyPr>
            <a:noAutofit/>
          </a:bodyPr>
          <a:lstStyle>
            <a:lvl1pPr>
              <a:lnSpc>
                <a:spcPct val="80000"/>
              </a:lnSpc>
              <a:spcBef>
                <a:spcPts val="0"/>
              </a:spcBef>
              <a:defRPr sz="2024">
                <a:solidFill>
                  <a:srgbClr val="FBB82F"/>
                </a:solidFill>
                <a:latin typeface="Arial Black" panose="020B0A04020102020204" pitchFamily="34" charset="0"/>
              </a:defRPr>
            </a:lvl1pPr>
          </a:lstStyle>
          <a:p>
            <a:pPr lvl="0"/>
            <a:r>
              <a:rPr lang="hu-HU"/>
              <a:t>LOREM IPSUM</a:t>
            </a:r>
          </a:p>
        </p:txBody>
      </p:sp>
    </p:spTree>
    <p:extLst>
      <p:ext uri="{BB962C8B-B14F-4D97-AF65-F5344CB8AC3E}">
        <p14:creationId xmlns:p14="http://schemas.microsoft.com/office/powerpoint/2010/main" val="40943175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Body_19">
    <p:bg>
      <p:bgPr>
        <a:solidFill>
          <a:srgbClr val="F7F7F7"/>
        </a:solidFill>
        <a:effectLst/>
      </p:bgPr>
    </p:bg>
    <p:spTree>
      <p:nvGrpSpPr>
        <p:cNvPr id="1" name=""/>
        <p:cNvGrpSpPr/>
        <p:nvPr/>
      </p:nvGrpSpPr>
      <p:grpSpPr>
        <a:xfrm>
          <a:off x="0" y="0"/>
          <a:ext cx="0" cy="0"/>
          <a:chOff x="0" y="0"/>
          <a:chExt cx="0" cy="0"/>
        </a:xfrm>
      </p:grpSpPr>
      <p:sp>
        <p:nvSpPr>
          <p:cNvPr id="5" name="Body Level One…">
            <a:extLst>
              <a:ext uri="{FF2B5EF4-FFF2-40B4-BE49-F238E27FC236}">
                <a16:creationId xmlns:a16="http://schemas.microsoft.com/office/drawing/2014/main" id="{89DC26C7-42B1-C6A3-F77B-22A5CA9A8D42}"/>
              </a:ext>
            </a:extLst>
          </p:cNvPr>
          <p:cNvSpPr txBox="1">
            <a:spLocks noGrp="1"/>
          </p:cNvSpPr>
          <p:nvPr>
            <p:ph type="body" sz="half" idx="17" hasCustomPrompt="1"/>
          </p:nvPr>
        </p:nvSpPr>
        <p:spPr>
          <a:xfrm>
            <a:off x="1596451" y="2661273"/>
            <a:ext cx="5417227" cy="1093865"/>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a:t>
            </a:r>
          </a:p>
        </p:txBody>
      </p:sp>
      <p:sp>
        <p:nvSpPr>
          <p:cNvPr id="6" name="Text Placeholder 3">
            <a:extLst>
              <a:ext uri="{FF2B5EF4-FFF2-40B4-BE49-F238E27FC236}">
                <a16:creationId xmlns:a16="http://schemas.microsoft.com/office/drawing/2014/main" id="{5EFE4B25-CA5D-A6FC-4949-A1686089C163}"/>
              </a:ext>
            </a:extLst>
          </p:cNvPr>
          <p:cNvSpPr>
            <a:spLocks noGrp="1"/>
          </p:cNvSpPr>
          <p:nvPr>
            <p:ph type="body" sz="quarter" idx="18" hasCustomPrompt="1"/>
          </p:nvPr>
        </p:nvSpPr>
        <p:spPr>
          <a:xfrm>
            <a:off x="1596453" y="933113"/>
            <a:ext cx="5416926" cy="1639316"/>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1566569376"/>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ody_20">
    <p:bg>
      <p:bgPr>
        <a:solidFill>
          <a:srgbClr val="F7F7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0" y="1767179"/>
            <a:ext cx="4003002" cy="2333044"/>
          </a:xfrm>
        </p:spPr>
        <p:txBody>
          <a:bodyPr/>
          <a:lstStyle>
            <a:lvl1pPr>
              <a:defRPr b="1" i="0">
                <a:solidFill>
                  <a:schemeClr val="accent1"/>
                </a:solidFill>
                <a:latin typeface="Arial Black" panose="020B0604020202020204" pitchFamily="34" charset="0"/>
                <a:cs typeface="Arial Black"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6400800" y="0"/>
            <a:ext cx="32004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6400800" y="6005236"/>
            <a:ext cx="1230012" cy="2915584"/>
          </a:xfrm>
          <a:prstGeom prst="ellipse">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428067084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ody_Dark_bg_01">
    <p:bg>
      <p:bgPr>
        <a:solidFill>
          <a:srgbClr val="1C2B3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2701" y="1767179"/>
            <a:ext cx="3212749"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07357467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ody_Dark_bg_03">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5600700" y="0"/>
            <a:ext cx="4000500"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40810060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ody_Dark_bg_04">
    <p:bg>
      <p:bgPr>
        <a:solidFill>
          <a:schemeClr val="bg2"/>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0100" y="0"/>
            <a:ext cx="32004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394568507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ody_Dark_bg_05">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5600700" y="8534400"/>
            <a:ext cx="4000500"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382896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ody_Dark_bg_06">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2410803"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2"/>
          </p:nvPr>
        </p:nvSpPr>
        <p:spPr>
          <a:xfrm>
            <a:off x="4008503" y="1062059"/>
            <a:ext cx="2392299" cy="320514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6" name="Picture Placeholder 8"/>
          <p:cNvSpPr>
            <a:spLocks noGrp="1"/>
          </p:cNvSpPr>
          <p:nvPr>
            <p:ph type="pic" sz="quarter" idx="13"/>
          </p:nvPr>
        </p:nvSpPr>
        <p:spPr>
          <a:xfrm>
            <a:off x="6624830" y="2105151"/>
            <a:ext cx="2392299" cy="320514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4"/>
          </p:nvPr>
        </p:nvSpPr>
        <p:spPr>
          <a:xfrm>
            <a:off x="4008503" y="6404201"/>
            <a:ext cx="2392299" cy="320514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Picture Placeholder 8"/>
          <p:cNvSpPr>
            <a:spLocks noGrp="1"/>
          </p:cNvSpPr>
          <p:nvPr>
            <p:ph type="pic" sz="quarter" idx="15"/>
          </p:nvPr>
        </p:nvSpPr>
        <p:spPr>
          <a:xfrm>
            <a:off x="6624830" y="7447295"/>
            <a:ext cx="2392299" cy="320514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422329950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ody_Dark_bg_07">
    <p:bg>
      <p:bgPr>
        <a:solidFill>
          <a:schemeClr val="bg2"/>
        </a:solidFill>
        <a:effectLst/>
      </p:bgPr>
    </p:bg>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800102" y="0"/>
            <a:ext cx="2408301" cy="8534400"/>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4"/>
          </p:nvPr>
        </p:nvSpPr>
        <p:spPr>
          <a:xfrm>
            <a:off x="3208403" y="8534400"/>
            <a:ext cx="5592699"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383960177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ody_Dark_bg_08">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4792600" y="1062059"/>
            <a:ext cx="4808600" cy="747234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2408303" y="8534400"/>
            <a:ext cx="3992499" cy="42672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20334768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ody_Dark_bg_09">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7192901" y="0"/>
            <a:ext cx="2408301" cy="8534400"/>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792599" y="5329259"/>
            <a:ext cx="2400300" cy="7472342"/>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312731329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ody_Dark_bg_10">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7192901" y="1"/>
            <a:ext cx="2408301" cy="637235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792599" y="6372353"/>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5"/>
          </p:nvPr>
        </p:nvSpPr>
        <p:spPr>
          <a:xfrm>
            <a:off x="4792599" y="-56896"/>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6"/>
          </p:nvPr>
        </p:nvSpPr>
        <p:spPr>
          <a:xfrm>
            <a:off x="7192901" y="6372353"/>
            <a:ext cx="2408301"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49645034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ody_Dark_bg_11">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7192901" y="1"/>
            <a:ext cx="2408301" cy="637235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5"/>
          </p:nvPr>
        </p:nvSpPr>
        <p:spPr>
          <a:xfrm>
            <a:off x="4792599" y="-56896"/>
            <a:ext cx="2400300" cy="12858496"/>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6"/>
          </p:nvPr>
        </p:nvSpPr>
        <p:spPr>
          <a:xfrm>
            <a:off x="7192901" y="6372353"/>
            <a:ext cx="2408301"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246482777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ody_Dark_bg_1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7192901" y="0"/>
            <a:ext cx="2408301" cy="12801600"/>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792599" y="6372353"/>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5"/>
          </p:nvPr>
        </p:nvSpPr>
        <p:spPr>
          <a:xfrm>
            <a:off x="4792599" y="-56896"/>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43346642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ody_Dark_bg_13">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4792601" y="1"/>
            <a:ext cx="4808601" cy="6372352"/>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4792599" y="6372353"/>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6"/>
          </p:nvPr>
        </p:nvSpPr>
        <p:spPr>
          <a:xfrm>
            <a:off x="7192901" y="6372353"/>
            <a:ext cx="2408301"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73666628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ody_Dark_bg_14">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1" y="1767179"/>
            <a:ext cx="3194901"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6" name="Picture Placeholder 8"/>
          <p:cNvSpPr>
            <a:spLocks noGrp="1"/>
          </p:cNvSpPr>
          <p:nvPr>
            <p:ph type="pic" sz="quarter" idx="14"/>
          </p:nvPr>
        </p:nvSpPr>
        <p:spPr>
          <a:xfrm>
            <a:off x="4792601" y="6372353"/>
            <a:ext cx="4808601" cy="6429248"/>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5"/>
          </p:nvPr>
        </p:nvSpPr>
        <p:spPr>
          <a:xfrm>
            <a:off x="4792599" y="-56896"/>
            <a:ext cx="2400300"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Picture Placeholder 8"/>
          <p:cNvSpPr>
            <a:spLocks noGrp="1"/>
          </p:cNvSpPr>
          <p:nvPr>
            <p:ph type="pic" sz="quarter" idx="16"/>
          </p:nvPr>
        </p:nvSpPr>
        <p:spPr>
          <a:xfrm>
            <a:off x="7192901" y="-56896"/>
            <a:ext cx="2408301" cy="6429248"/>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352745644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ody_Dark_bg_15">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0" y="1767179"/>
            <a:ext cx="3202902"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4"/>
          </p:nvPr>
        </p:nvSpPr>
        <p:spPr>
          <a:xfrm>
            <a:off x="4800600" y="0"/>
            <a:ext cx="1600200" cy="8534400"/>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6400800" y="4267200"/>
            <a:ext cx="1600200" cy="85344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6" name="Picture Placeholder 8"/>
          <p:cNvSpPr>
            <a:spLocks noGrp="1"/>
          </p:cNvSpPr>
          <p:nvPr>
            <p:ph type="pic" sz="quarter" idx="15"/>
          </p:nvPr>
        </p:nvSpPr>
        <p:spPr>
          <a:xfrm>
            <a:off x="8001000" y="0"/>
            <a:ext cx="1600200" cy="85344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81267955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ody_Dark_bg_16">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0" y="1767179"/>
            <a:ext cx="3202902"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4" name="Picture Placeholder 8"/>
          <p:cNvSpPr>
            <a:spLocks noGrp="1"/>
          </p:cNvSpPr>
          <p:nvPr>
            <p:ph type="pic" sz="quarter" idx="14"/>
          </p:nvPr>
        </p:nvSpPr>
        <p:spPr>
          <a:xfrm>
            <a:off x="4736592" y="4053271"/>
            <a:ext cx="1728216" cy="5776084"/>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5" name="Picture Placeholder 8"/>
          <p:cNvSpPr>
            <a:spLocks noGrp="1"/>
          </p:cNvSpPr>
          <p:nvPr>
            <p:ph type="pic" sz="quarter" idx="13"/>
          </p:nvPr>
        </p:nvSpPr>
        <p:spPr>
          <a:xfrm>
            <a:off x="64008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6" name="Picture Placeholder 8"/>
          <p:cNvSpPr>
            <a:spLocks noGrp="1"/>
          </p:cNvSpPr>
          <p:nvPr>
            <p:ph type="pic" sz="quarter" idx="15"/>
          </p:nvPr>
        </p:nvSpPr>
        <p:spPr>
          <a:xfrm>
            <a:off x="80010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Picture Placeholder 8"/>
          <p:cNvSpPr>
            <a:spLocks noGrp="1"/>
          </p:cNvSpPr>
          <p:nvPr>
            <p:ph type="pic" sz="quarter" idx="16"/>
          </p:nvPr>
        </p:nvSpPr>
        <p:spPr>
          <a:xfrm>
            <a:off x="32004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Picture Placeholder 8"/>
          <p:cNvSpPr>
            <a:spLocks noGrp="1"/>
          </p:cNvSpPr>
          <p:nvPr>
            <p:ph type="pic" sz="quarter" idx="17"/>
          </p:nvPr>
        </p:nvSpPr>
        <p:spPr>
          <a:xfrm>
            <a:off x="1597700"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9" name="Picture Placeholder 8"/>
          <p:cNvSpPr>
            <a:spLocks noGrp="1"/>
          </p:cNvSpPr>
          <p:nvPr>
            <p:ph type="pic" sz="quarter" idx="18"/>
          </p:nvPr>
        </p:nvSpPr>
        <p:spPr>
          <a:xfrm>
            <a:off x="-5001" y="4267201"/>
            <a:ext cx="1600200" cy="5348224"/>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425921615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ody_Dark_bg_17">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97702" y="1767179"/>
            <a:ext cx="3194899"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7" name="Picture Placeholder 8"/>
          <p:cNvSpPr>
            <a:spLocks noGrp="1"/>
          </p:cNvSpPr>
          <p:nvPr>
            <p:ph type="pic" sz="quarter" idx="15"/>
          </p:nvPr>
        </p:nvSpPr>
        <p:spPr>
          <a:xfrm>
            <a:off x="4792599" y="-56896"/>
            <a:ext cx="2400300" cy="12858496"/>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8" name="Rectangle 7"/>
          <p:cNvSpPr/>
          <p:nvPr userDrawn="1"/>
        </p:nvSpPr>
        <p:spPr>
          <a:xfrm>
            <a:off x="7192901" y="-56896"/>
            <a:ext cx="2408301" cy="128584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4" b="0" i="0">
              <a:latin typeface="Arial" panose="020B0604020202020204" pitchFamily="34" charset="0"/>
            </a:endParaRPr>
          </a:p>
        </p:txBody>
      </p:sp>
    </p:spTree>
    <p:extLst>
      <p:ext uri="{BB962C8B-B14F-4D97-AF65-F5344CB8AC3E}">
        <p14:creationId xmlns:p14="http://schemas.microsoft.com/office/powerpoint/2010/main" val="316793079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ody_Dark_bg_18">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97800" y="1767179"/>
            <a:ext cx="3202900" cy="2333044"/>
          </a:xfrm>
        </p:spPr>
        <p:txBody>
          <a:bodyPr/>
          <a:lstStyle>
            <a:lvl1pPr>
              <a:defRPr b="1" i="0">
                <a:latin typeface="Arial" panose="020B0604020202020204" pitchFamily="34" charset="0"/>
                <a:cs typeface="Arial" panose="020B0604020202020204" pitchFamily="34" charset="0"/>
              </a:defRPr>
            </a:lvl1pPr>
          </a:lstStyle>
          <a:p>
            <a:r>
              <a:rPr lang="en-US"/>
              <a:t>Click to edit Master title style</a:t>
            </a:r>
          </a:p>
        </p:txBody>
      </p:sp>
      <p:sp>
        <p:nvSpPr>
          <p:cNvPr id="3" name="Picture Placeholder 8"/>
          <p:cNvSpPr>
            <a:spLocks noGrp="1"/>
          </p:cNvSpPr>
          <p:nvPr>
            <p:ph type="pic" sz="quarter" idx="14"/>
          </p:nvPr>
        </p:nvSpPr>
        <p:spPr>
          <a:xfrm>
            <a:off x="5600702" y="2118808"/>
            <a:ext cx="3192399" cy="8539713"/>
          </a:xfrm>
          <a:prstGeom prst="rect">
            <a:avLst/>
          </a:prstGeom>
          <a:solidFill>
            <a:schemeClr val="bg2"/>
          </a:solidFill>
          <a:ln>
            <a:noFill/>
          </a:ln>
          <a:effectLst>
            <a:outerShdw blurRad="762000" dist="254000" dir="5400000" algn="t" rotWithShape="0">
              <a:prstClr val="black">
                <a:alpha val="30000"/>
              </a:prstClr>
            </a:outerShdw>
          </a:effectLst>
        </p:spPr>
        <p:txBody>
          <a:bodyPr wrap="square" anchor="ctr">
            <a:noAutofit/>
          </a:bodyPr>
          <a:lstStyle>
            <a:lvl1pPr algn="ctr">
              <a:defRPr sz="675">
                <a:solidFill>
                  <a:schemeClr val="tx1"/>
                </a:solidFill>
              </a:defRPr>
            </a:lvl1pPr>
          </a:lstStyle>
          <a:p>
            <a:endParaRPr lang="en-US"/>
          </a:p>
        </p:txBody>
      </p:sp>
      <p:sp>
        <p:nvSpPr>
          <p:cNvPr id="4" name="Rectangle 3"/>
          <p:cNvSpPr/>
          <p:nvPr userDrawn="1"/>
        </p:nvSpPr>
        <p:spPr>
          <a:xfrm>
            <a:off x="0" y="2128599"/>
            <a:ext cx="1608202" cy="85299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4" b="0" i="0">
              <a:latin typeface="Arial" panose="020B0604020202020204" pitchFamily="34" charset="0"/>
            </a:endParaRPr>
          </a:p>
        </p:txBody>
      </p:sp>
    </p:spTree>
    <p:extLst>
      <p:ext uri="{BB962C8B-B14F-4D97-AF65-F5344CB8AC3E}">
        <p14:creationId xmlns:p14="http://schemas.microsoft.com/office/powerpoint/2010/main" val="269423107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ody_Dark_bg_19">
    <p:bg>
      <p:bgPr>
        <a:solidFill>
          <a:schemeClr val="bg2"/>
        </a:solidFill>
        <a:effectLst/>
      </p:bgPr>
    </p:bg>
    <p:spTree>
      <p:nvGrpSpPr>
        <p:cNvPr id="1" name=""/>
        <p:cNvGrpSpPr/>
        <p:nvPr/>
      </p:nvGrpSpPr>
      <p:grpSpPr>
        <a:xfrm>
          <a:off x="0" y="0"/>
          <a:ext cx="0" cy="0"/>
          <a:chOff x="0" y="0"/>
          <a:chExt cx="0" cy="0"/>
        </a:xfrm>
      </p:grpSpPr>
      <p:sp>
        <p:nvSpPr>
          <p:cNvPr id="3" name="Picture Placeholder 8"/>
          <p:cNvSpPr>
            <a:spLocks noGrp="1"/>
          </p:cNvSpPr>
          <p:nvPr>
            <p:ph type="pic" sz="quarter" idx="15"/>
          </p:nvPr>
        </p:nvSpPr>
        <p:spPr>
          <a:xfrm>
            <a:off x="800100" y="0"/>
            <a:ext cx="88011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376380060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Body_Dark_bg_20">
    <p:spTree>
      <p:nvGrpSpPr>
        <p:cNvPr id="1" name=""/>
        <p:cNvGrpSpPr/>
        <p:nvPr/>
      </p:nvGrpSpPr>
      <p:grpSpPr>
        <a:xfrm>
          <a:off x="0" y="0"/>
          <a:ext cx="0" cy="0"/>
          <a:chOff x="0" y="0"/>
          <a:chExt cx="0" cy="0"/>
        </a:xfrm>
      </p:grpSpPr>
      <p:sp>
        <p:nvSpPr>
          <p:cNvPr id="3" name="Picture Placeholder 8"/>
          <p:cNvSpPr>
            <a:spLocks noGrp="1"/>
          </p:cNvSpPr>
          <p:nvPr>
            <p:ph type="pic" sz="quarter" idx="15"/>
          </p:nvPr>
        </p:nvSpPr>
        <p:spPr>
          <a:xfrm>
            <a:off x="0" y="0"/>
            <a:ext cx="96012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Tree>
    <p:extLst>
      <p:ext uri="{BB962C8B-B14F-4D97-AF65-F5344CB8AC3E}">
        <p14:creationId xmlns:p14="http://schemas.microsoft.com/office/powerpoint/2010/main" val="17897474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Main Title">
    <p:bg>
      <p:bgPr>
        <a:solidFill>
          <a:schemeClr val="tx1"/>
        </a:solidFill>
        <a:effectLst/>
      </p:bgPr>
    </p:bg>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BAC007E8-B2A6-9241-BA70-E6975DA6FB98}"/>
              </a:ext>
            </a:extLst>
          </p:cNvPr>
          <p:cNvSpPr>
            <a:spLocks noGrp="1"/>
          </p:cNvSpPr>
          <p:nvPr>
            <p:ph type="body" sz="quarter" idx="13"/>
          </p:nvPr>
        </p:nvSpPr>
        <p:spPr>
          <a:xfrm>
            <a:off x="802602" y="5034576"/>
            <a:ext cx="7995999" cy="2584028"/>
          </a:xfrm>
          <a:effectLst>
            <a:outerShdw blurRad="762000" dist="381000" dir="5400000" algn="ctr" rotWithShape="0">
              <a:schemeClr val="tx1">
                <a:lumMod val="10000"/>
                <a:alpha val="20000"/>
              </a:schemeClr>
            </a:outerShdw>
          </a:effectLst>
        </p:spPr>
        <p:txBody>
          <a:bodyPr>
            <a:noAutofit/>
          </a:bodyPr>
          <a:lstStyle>
            <a:lvl1pPr algn="ctr" defTabSz="514314" rtl="0" eaLnBrk="1" latinLnBrk="0" hangingPunct="1">
              <a:lnSpc>
                <a:spcPct val="80000"/>
              </a:lnSpc>
              <a:spcBef>
                <a:spcPct val="0"/>
              </a:spcBef>
              <a:buNone/>
              <a:defRPr lang="en-GB" sz="4050"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1pPr>
            <a:lvl2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2pPr>
            <a:lvl3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3pPr>
            <a:lvl4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4pPr>
            <a:lvl5pPr algn="ctr" defTabSz="514314" rtl="0" eaLnBrk="1" latinLnBrk="0" hangingPunct="1">
              <a:lnSpc>
                <a:spcPct val="80000"/>
              </a:lnSpc>
              <a:spcBef>
                <a:spcPct val="0"/>
              </a:spcBef>
              <a:buNone/>
              <a:defRPr lang="hu-HU" sz="3375" b="1" i="0" kern="1200" spc="-56" baseline="0" dirty="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5pPr>
          </a:lstStyle>
          <a:p>
            <a:pPr lvl="0"/>
            <a:r>
              <a:rPr lang="en-GB"/>
              <a:t>Click to edit</a:t>
            </a:r>
            <a:endParaRPr lang="hu-HU"/>
          </a:p>
        </p:txBody>
      </p:sp>
    </p:spTree>
    <p:extLst>
      <p:ext uri="{BB962C8B-B14F-4D97-AF65-F5344CB8AC3E}">
        <p14:creationId xmlns:p14="http://schemas.microsoft.com/office/powerpoint/2010/main" val="193283432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Section_title_01">
    <p:bg>
      <p:bgPr>
        <a:solidFill>
          <a:srgbClr val="F7F7F7"/>
        </a:solidFill>
        <a:effectLst/>
      </p:bgPr>
    </p:bg>
    <p:spTree>
      <p:nvGrpSpPr>
        <p:cNvPr id="1" name=""/>
        <p:cNvGrpSpPr/>
        <p:nvPr/>
      </p:nvGrpSpPr>
      <p:grpSpPr>
        <a:xfrm>
          <a:off x="0" y="0"/>
          <a:ext cx="0" cy="0"/>
          <a:chOff x="0" y="0"/>
          <a:chExt cx="0" cy="0"/>
        </a:xfrm>
      </p:grpSpPr>
      <p:sp>
        <p:nvSpPr>
          <p:cNvPr id="5" name="Picture Placeholder 8"/>
          <p:cNvSpPr>
            <a:spLocks noGrp="1"/>
          </p:cNvSpPr>
          <p:nvPr>
            <p:ph type="pic" sz="quarter" idx="12"/>
          </p:nvPr>
        </p:nvSpPr>
        <p:spPr>
          <a:xfrm>
            <a:off x="4800600" y="0"/>
            <a:ext cx="4800600" cy="128016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675">
                <a:solidFill>
                  <a:schemeClr val="tx1"/>
                </a:solidFill>
              </a:defRPr>
            </a:lvl1pPr>
          </a:lstStyle>
          <a:p>
            <a:endParaRPr lang="en-US"/>
          </a:p>
        </p:txBody>
      </p:sp>
      <p:sp>
        <p:nvSpPr>
          <p:cNvPr id="7" name="Text Placeholder 5">
            <a:extLst>
              <a:ext uri="{FF2B5EF4-FFF2-40B4-BE49-F238E27FC236}">
                <a16:creationId xmlns:a16="http://schemas.microsoft.com/office/drawing/2014/main" id="{BAC007E8-B2A6-9241-BA70-E6975DA6FB98}"/>
              </a:ext>
            </a:extLst>
          </p:cNvPr>
          <p:cNvSpPr>
            <a:spLocks noGrp="1"/>
          </p:cNvSpPr>
          <p:nvPr>
            <p:ph type="body" sz="quarter" idx="13"/>
          </p:nvPr>
        </p:nvSpPr>
        <p:spPr>
          <a:xfrm>
            <a:off x="802602" y="5034576"/>
            <a:ext cx="7995999" cy="2584028"/>
          </a:xfrm>
          <a:effectLst>
            <a:outerShdw blurRad="762000" dist="381000" dir="5400000" algn="ctr" rotWithShape="0">
              <a:schemeClr val="tx1">
                <a:lumMod val="10000"/>
                <a:alpha val="20000"/>
              </a:schemeClr>
            </a:outerShdw>
          </a:effectLst>
        </p:spPr>
        <p:txBody>
          <a:bodyPr>
            <a:noAutofit/>
          </a:bodyPr>
          <a:lstStyle>
            <a:lvl1pPr algn="ctr" defTabSz="514314" rtl="0" eaLnBrk="1" latinLnBrk="0" hangingPunct="1">
              <a:lnSpc>
                <a:spcPct val="80000"/>
              </a:lnSpc>
              <a:spcBef>
                <a:spcPct val="0"/>
              </a:spcBef>
              <a:buNone/>
              <a:defRPr lang="en-GB" sz="4050"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1pPr>
            <a:lvl2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2pPr>
            <a:lvl3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3pPr>
            <a:lvl4pPr algn="ctr" defTabSz="514314" rtl="0" eaLnBrk="1" latinLnBrk="0" hangingPunct="1">
              <a:lnSpc>
                <a:spcPct val="80000"/>
              </a:lnSpc>
              <a:spcBef>
                <a:spcPct val="0"/>
              </a:spcBef>
              <a:buNone/>
              <a:defRPr lang="en-GB" sz="3375" b="1" i="0" kern="1200" spc="-56" baseline="0" dirty="0" smtClean="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4pPr>
            <a:lvl5pPr algn="ctr" defTabSz="514314" rtl="0" eaLnBrk="1" latinLnBrk="0" hangingPunct="1">
              <a:lnSpc>
                <a:spcPct val="80000"/>
              </a:lnSpc>
              <a:spcBef>
                <a:spcPct val="0"/>
              </a:spcBef>
              <a:buNone/>
              <a:defRPr lang="hu-HU" sz="3375" b="1" i="0" kern="1200" spc="-56" baseline="0" dirty="0">
                <a:solidFill>
                  <a:srgbClr val="FBB82F"/>
                </a:solidFill>
                <a:latin typeface="Arial Black" panose="020B0604020202020204" pitchFamily="34" charset="0"/>
                <a:ea typeface="Arial Black" panose="020B0604020202020204" pitchFamily="34" charset="0"/>
                <a:cs typeface="Arial Black" panose="020B0604020202020204" pitchFamily="34" charset="0"/>
              </a:defRPr>
            </a:lvl5pPr>
          </a:lstStyle>
          <a:p>
            <a:pPr lvl="0"/>
            <a:r>
              <a:rPr lang="en-GB"/>
              <a:t>Click to edit</a:t>
            </a:r>
            <a:endParaRPr lang="hu-HU"/>
          </a:p>
        </p:txBody>
      </p:sp>
    </p:spTree>
    <p:extLst>
      <p:ext uri="{BB962C8B-B14F-4D97-AF65-F5344CB8AC3E}">
        <p14:creationId xmlns:p14="http://schemas.microsoft.com/office/powerpoint/2010/main" val="368864792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_Left_09">
    <p:bg>
      <p:bgPr>
        <a:solidFill>
          <a:schemeClr val="bg2"/>
        </a:solidFill>
        <a:effectLst/>
      </p:bgPr>
    </p:bg>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4E476F44-A947-2FAE-CFFA-478A452297A9}"/>
              </a:ext>
            </a:extLst>
          </p:cNvPr>
          <p:cNvSpPr>
            <a:spLocks noGrp="1"/>
          </p:cNvSpPr>
          <p:nvPr>
            <p:ph type="body" sz="quarter" idx="10" hasCustomPrompt="1"/>
          </p:nvPr>
        </p:nvSpPr>
        <p:spPr>
          <a:xfrm>
            <a:off x="802602" y="2478485"/>
            <a:ext cx="5760720" cy="1448896"/>
          </a:xfrm>
        </p:spPr>
        <p:txBody>
          <a:bodyPr>
            <a:noAutofit/>
          </a:bodyPr>
          <a:lstStyle>
            <a:lvl1pPr>
              <a:defRPr sz="2475">
                <a:solidFill>
                  <a:srgbClr val="FFFFFF"/>
                </a:solidFill>
                <a:latin typeface="Arial Black" panose="020B0A04020102020204" pitchFamily="34" charset="0"/>
              </a:defRPr>
            </a:lvl1pPr>
          </a:lstStyle>
          <a:p>
            <a:pPr lvl="0"/>
            <a:r>
              <a:rPr lang="hu-HU"/>
              <a:t>SLIDE FŐCÍM</a:t>
            </a:r>
          </a:p>
        </p:txBody>
      </p:sp>
      <p:sp>
        <p:nvSpPr>
          <p:cNvPr id="5" name="Text Placeholder 3">
            <a:extLst>
              <a:ext uri="{FF2B5EF4-FFF2-40B4-BE49-F238E27FC236}">
                <a16:creationId xmlns:a16="http://schemas.microsoft.com/office/drawing/2014/main" id="{4E4959C3-83E8-AABE-C9B7-7BD5E3178ED9}"/>
              </a:ext>
            </a:extLst>
          </p:cNvPr>
          <p:cNvSpPr>
            <a:spLocks noGrp="1"/>
          </p:cNvSpPr>
          <p:nvPr>
            <p:ph type="body" sz="quarter" idx="11" hasCustomPrompt="1"/>
          </p:nvPr>
        </p:nvSpPr>
        <p:spPr>
          <a:xfrm>
            <a:off x="802600" y="3967869"/>
            <a:ext cx="5761132" cy="640080"/>
          </a:xfrm>
        </p:spPr>
        <p:txBody>
          <a:bodyPr>
            <a:noAutofit/>
          </a:bodyPr>
          <a:lstStyle>
            <a:lvl1pPr>
              <a:defRPr sz="1014"/>
            </a:lvl1pPr>
          </a:lstStyle>
          <a:p>
            <a:pPr lvl="0"/>
            <a:r>
              <a:rPr lang="en-US" err="1"/>
              <a:t>Alcím</a:t>
            </a:r>
            <a:r>
              <a:rPr lang="en-US"/>
              <a:t> </a:t>
            </a:r>
            <a:r>
              <a:rPr lang="en-US" err="1"/>
              <a:t>szerkesztése</a:t>
            </a:r>
            <a:endParaRPr lang="hu-HU"/>
          </a:p>
        </p:txBody>
      </p:sp>
    </p:spTree>
    <p:extLst>
      <p:ext uri="{BB962C8B-B14F-4D97-AF65-F5344CB8AC3E}">
        <p14:creationId xmlns:p14="http://schemas.microsoft.com/office/powerpoint/2010/main" val="6204588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Title_Center_01">
    <p:bg>
      <p:bgPr>
        <a:solidFill>
          <a:srgbClr val="F7F7F7"/>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DA074762-3BA3-B89B-6309-7A9073008C8A}"/>
              </a:ext>
            </a:extLst>
          </p:cNvPr>
          <p:cNvSpPr>
            <a:spLocks noGrp="1"/>
          </p:cNvSpPr>
          <p:nvPr>
            <p:ph type="body" sz="quarter" idx="10" hasCustomPrompt="1"/>
          </p:nvPr>
        </p:nvSpPr>
        <p:spPr>
          <a:xfrm>
            <a:off x="406303" y="936960"/>
            <a:ext cx="8392299" cy="1600200"/>
          </a:xfrm>
        </p:spPr>
        <p:txBody>
          <a:bodyPr>
            <a:noAutofit/>
          </a:bodyPr>
          <a:lstStyle>
            <a:lvl1pPr algn="ctr">
              <a:defRPr sz="2024" b="1" i="0">
                <a:solidFill>
                  <a:srgbClr val="FBB82F"/>
                </a:solidFill>
                <a:latin typeface="Arial Black" panose="020B0604020202020204" pitchFamily="34" charset="0"/>
                <a:cs typeface="Arial Black" panose="020B0604020202020204" pitchFamily="34" charset="0"/>
              </a:defRPr>
            </a:lvl1pPr>
            <a:lvl2pPr algn="ctr">
              <a:defRPr sz="2024">
                <a:solidFill>
                  <a:srgbClr val="FBB82F"/>
                </a:solidFill>
              </a:defRPr>
            </a:lvl2pPr>
            <a:lvl3pPr algn="ctr">
              <a:defRPr sz="2024">
                <a:solidFill>
                  <a:srgbClr val="FBB82F"/>
                </a:solidFill>
              </a:defRPr>
            </a:lvl3pPr>
            <a:lvl4pPr algn="ctr">
              <a:defRPr sz="2024">
                <a:solidFill>
                  <a:srgbClr val="FBB82F"/>
                </a:solidFill>
              </a:defRPr>
            </a:lvl4pPr>
            <a:lvl5pPr algn="ctr">
              <a:defRPr sz="2024">
                <a:solidFill>
                  <a:srgbClr val="FBB82F"/>
                </a:solidFill>
              </a:defRPr>
            </a:lvl5pPr>
          </a:lstStyle>
          <a:p>
            <a:pPr lvl="0"/>
            <a:r>
              <a:rPr lang="en-GB"/>
              <a:t>CLICK TO EDIT</a:t>
            </a:r>
            <a:endParaRPr lang="hu-HU"/>
          </a:p>
        </p:txBody>
      </p:sp>
    </p:spTree>
    <p:extLst>
      <p:ext uri="{BB962C8B-B14F-4D97-AF65-F5344CB8AC3E}">
        <p14:creationId xmlns:p14="http://schemas.microsoft.com/office/powerpoint/2010/main" val="3899401641"/>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Title_Center_02">
    <p:bg>
      <p:bgPr>
        <a:solidFill>
          <a:srgbClr val="F7F7F7"/>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6D3E7E7-1470-6681-1655-3ABA9F88A161}"/>
              </a:ext>
            </a:extLst>
          </p:cNvPr>
          <p:cNvSpPr>
            <a:spLocks noGrp="1"/>
          </p:cNvSpPr>
          <p:nvPr>
            <p:ph type="body" sz="quarter" idx="10" hasCustomPrompt="1"/>
          </p:nvPr>
        </p:nvSpPr>
        <p:spPr>
          <a:xfrm>
            <a:off x="406303" y="3281977"/>
            <a:ext cx="8392299" cy="1600200"/>
          </a:xfrm>
        </p:spPr>
        <p:txBody>
          <a:bodyPr>
            <a:noAutofit/>
          </a:bodyPr>
          <a:lstStyle>
            <a:lvl1pPr algn="ctr">
              <a:defRPr sz="2024" b="1" i="0">
                <a:solidFill>
                  <a:srgbClr val="FBB82F"/>
                </a:solidFill>
                <a:latin typeface="Arial Black" panose="020B0604020202020204" pitchFamily="34" charset="0"/>
                <a:cs typeface="Arial Black" panose="020B0604020202020204" pitchFamily="34" charset="0"/>
              </a:defRPr>
            </a:lvl1pPr>
            <a:lvl2pPr algn="ctr">
              <a:defRPr sz="2024">
                <a:solidFill>
                  <a:srgbClr val="FBB82F"/>
                </a:solidFill>
              </a:defRPr>
            </a:lvl2pPr>
            <a:lvl3pPr algn="ctr">
              <a:defRPr sz="2024">
                <a:solidFill>
                  <a:srgbClr val="FBB82F"/>
                </a:solidFill>
              </a:defRPr>
            </a:lvl3pPr>
            <a:lvl4pPr algn="ctr">
              <a:defRPr sz="2024">
                <a:solidFill>
                  <a:srgbClr val="FBB82F"/>
                </a:solidFill>
              </a:defRPr>
            </a:lvl4pPr>
            <a:lvl5pPr algn="ctr">
              <a:defRPr sz="2024">
                <a:solidFill>
                  <a:srgbClr val="FBB82F"/>
                </a:solidFill>
              </a:defRPr>
            </a:lvl5pPr>
          </a:lstStyle>
          <a:p>
            <a:pPr lvl="0"/>
            <a:r>
              <a:rPr lang="en-GB"/>
              <a:t>CLICK TO EDIT</a:t>
            </a:r>
            <a:endParaRPr lang="hu-HU"/>
          </a:p>
        </p:txBody>
      </p:sp>
    </p:spTree>
    <p:extLst>
      <p:ext uri="{BB962C8B-B14F-4D97-AF65-F5344CB8AC3E}">
        <p14:creationId xmlns:p14="http://schemas.microsoft.com/office/powerpoint/2010/main" val="62016655"/>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Title_Left_06">
    <p:bg>
      <p:bgPr>
        <a:solidFill>
          <a:srgbClr val="F7F7F7"/>
        </a:solidFill>
        <a:effectLst/>
      </p:bgPr>
    </p:bg>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3C352F24-9FB1-B6F0-6CFD-1C9413184255}"/>
              </a:ext>
            </a:extLst>
          </p:cNvPr>
          <p:cNvSpPr>
            <a:spLocks noGrp="1"/>
          </p:cNvSpPr>
          <p:nvPr>
            <p:ph type="body" sz="quarter" idx="10" hasCustomPrompt="1"/>
          </p:nvPr>
        </p:nvSpPr>
        <p:spPr>
          <a:xfrm>
            <a:off x="802602"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821969248"/>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Title_Left_04">
    <p:bg>
      <p:bgPr>
        <a:solidFill>
          <a:srgbClr val="F7F7F7"/>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lvl1pPr>
              <a:defRPr b="1" i="0">
                <a:solidFill>
                  <a:srgbClr val="FBB82F"/>
                </a:solidFill>
                <a:latin typeface="Arial Black" panose="020B0A040201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505541607"/>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Title_Left_02">
    <p:bg>
      <p:bgPr>
        <a:solidFill>
          <a:srgbClr val="F7F7F7"/>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1200150" y="1767179"/>
            <a:ext cx="7207749" cy="2333044"/>
          </a:xfrm>
        </p:spPr>
        <p:txBody>
          <a:bodyPr/>
          <a:lstStyle>
            <a:lvl1pPr>
              <a:defRPr b="1" i="0">
                <a:solidFill>
                  <a:srgbClr val="FBB82F"/>
                </a:solidFill>
                <a:latin typeface="Arial Black" panose="020B0A040201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032023831"/>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Title_Left_01">
    <p:bg>
      <p:bgPr>
        <a:solidFill>
          <a:srgbClr val="F7F7F7"/>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6BBC28CC-CC30-BC35-8E83-48D4449930A8}"/>
              </a:ext>
            </a:extLst>
          </p:cNvPr>
          <p:cNvSpPr>
            <a:spLocks noGrp="1"/>
          </p:cNvSpPr>
          <p:nvPr>
            <p:ph type="body" sz="quarter" idx="10" hasCustomPrompt="1"/>
          </p:nvPr>
        </p:nvSpPr>
        <p:spPr>
          <a:xfrm>
            <a:off x="802602"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1238993389"/>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Title_Left_03">
    <p:bg>
      <p:bgPr>
        <a:solidFill>
          <a:srgbClr val="F7F7F7"/>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1597701" y="1131437"/>
            <a:ext cx="7207749" cy="2333044"/>
          </a:xfrm>
        </p:spPr>
        <p:txBody>
          <a:bodyPr/>
          <a:lstStyle>
            <a:lvl1pPr>
              <a:defRPr b="1" i="0">
                <a:solidFill>
                  <a:srgbClr val="FBB82F"/>
                </a:solidFill>
                <a:latin typeface="Arial Black" panose="020B0A040201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30357800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Title_Left_07">
    <p:bg>
      <p:bgPr>
        <a:solidFill>
          <a:srgbClr val="F7F7F7"/>
        </a:solidFill>
        <a:effectLst/>
      </p:bgPr>
    </p:bg>
    <p:spTree>
      <p:nvGrpSpPr>
        <p:cNvPr id="1" name=""/>
        <p:cNvGrpSpPr/>
        <p:nvPr/>
      </p:nvGrpSpPr>
      <p:grpSpPr>
        <a:xfrm>
          <a:off x="0" y="0"/>
          <a:ext cx="0" cy="0"/>
          <a:chOff x="0" y="0"/>
          <a:chExt cx="0" cy="0"/>
        </a:xfrm>
      </p:grpSpPr>
      <p:sp>
        <p:nvSpPr>
          <p:cNvPr id="5" name="Body Level One…">
            <a:extLst>
              <a:ext uri="{FF2B5EF4-FFF2-40B4-BE49-F238E27FC236}">
                <a16:creationId xmlns:a16="http://schemas.microsoft.com/office/drawing/2014/main" id="{89DC26C7-42B1-C6A3-F77B-22A5CA9A8D42}"/>
              </a:ext>
            </a:extLst>
          </p:cNvPr>
          <p:cNvSpPr txBox="1">
            <a:spLocks noGrp="1"/>
          </p:cNvSpPr>
          <p:nvPr>
            <p:ph type="body" sz="half" idx="17" hasCustomPrompt="1"/>
          </p:nvPr>
        </p:nvSpPr>
        <p:spPr>
          <a:xfrm>
            <a:off x="1596451" y="2661273"/>
            <a:ext cx="5417227" cy="1093865"/>
          </a:xfrm>
          <a:prstGeom prst="rect">
            <a:avLst/>
          </a:prstGeom>
        </p:spPr>
        <p:txBody>
          <a:bodyPr lIns="0" tIns="108000" rIns="0" bIns="108000" numCol="1" spcCol="540000">
            <a:noAutofit/>
          </a:bodyPr>
          <a:lstStyle>
            <a:lvl1pPr marL="0" indent="0" algn="l" defTabSz="514360">
              <a:lnSpc>
                <a:spcPct val="120000"/>
              </a:lnSpc>
              <a:spcBef>
                <a:spcPts val="675"/>
              </a:spcBef>
              <a:buClrTx/>
              <a:buSzTx/>
              <a:buNone/>
              <a:tabLst/>
              <a:defRPr sz="788" b="0" i="0" cap="none">
                <a:solidFill>
                  <a:schemeClr val="bg2"/>
                </a:solidFill>
                <a:latin typeface="Arial" panose="020B0604020202020204" pitchFamily="34" charset="0"/>
                <a:ea typeface="Arial" panose="020B0604020202020204" pitchFamily="34" charset="0"/>
                <a:cs typeface="Arial" panose="020B0604020202020204" pitchFamily="34" charset="0"/>
                <a:sym typeface="Montserrat"/>
              </a:defRPr>
            </a:lvl1pPr>
            <a:lvl2pPr marL="417917" indent="-160737" algn="just" defTabSz="514360">
              <a:lnSpc>
                <a:spcPct val="120000"/>
              </a:lnSpc>
              <a:spcBef>
                <a:spcPts val="675"/>
              </a:spcBef>
              <a:buClrTx/>
              <a:buChar char="▪"/>
              <a:tabLst/>
              <a:defRPr sz="900" cap="none">
                <a:latin typeface="Montserrat"/>
                <a:ea typeface="Montserrat"/>
                <a:cs typeface="Montserrat"/>
                <a:sym typeface="Montserrat"/>
              </a:defRPr>
            </a:lvl2pPr>
            <a:lvl3pPr marL="698060" indent="-183700" algn="just" defTabSz="514360">
              <a:lnSpc>
                <a:spcPct val="120000"/>
              </a:lnSpc>
              <a:spcBef>
                <a:spcPts val="675"/>
              </a:spcBef>
              <a:buClrTx/>
              <a:buChar char="‒"/>
              <a:tabLst/>
              <a:defRPr sz="900" cap="none">
                <a:latin typeface="Montserrat"/>
                <a:ea typeface="Montserrat"/>
                <a:cs typeface="Montserrat"/>
                <a:sym typeface="Montserrat"/>
              </a:defRPr>
            </a:lvl3pPr>
            <a:lvl4pPr marL="955240" indent="-183700" algn="just" defTabSz="514360">
              <a:lnSpc>
                <a:spcPct val="120000"/>
              </a:lnSpc>
              <a:spcBef>
                <a:spcPts val="675"/>
              </a:spcBef>
              <a:buClrTx/>
              <a:buChar char="‒"/>
              <a:tabLst/>
              <a:defRPr sz="900" cap="none">
                <a:latin typeface="Montserrat"/>
                <a:ea typeface="Montserrat"/>
                <a:cs typeface="Montserrat"/>
                <a:sym typeface="Montserrat"/>
              </a:defRPr>
            </a:lvl4pPr>
            <a:lvl5pPr marL="1212420" indent="-183700" algn="just" defTabSz="514360">
              <a:lnSpc>
                <a:spcPct val="120000"/>
              </a:lnSpc>
              <a:spcBef>
                <a:spcPts val="675"/>
              </a:spcBef>
              <a:buClrTx/>
              <a:buChar char="‒"/>
              <a:tabLst/>
              <a:defRPr sz="900" cap="none">
                <a:latin typeface="Montserrat"/>
                <a:ea typeface="Montserrat"/>
                <a:cs typeface="Montserrat"/>
                <a:sym typeface="Montserrat"/>
              </a:defRPr>
            </a:lvl5pPr>
          </a:lstStyle>
          <a:p>
            <a:r>
              <a:rPr lang="hu-HU"/>
              <a:t>Donec at neque erat. Ut at lectus sit amet mauris pretium tincidunt id eu odio. Nulla sit amet nunc odio.</a:t>
            </a:r>
          </a:p>
        </p:txBody>
      </p:sp>
      <p:sp>
        <p:nvSpPr>
          <p:cNvPr id="4" name="Text Placeholder 3">
            <a:extLst>
              <a:ext uri="{FF2B5EF4-FFF2-40B4-BE49-F238E27FC236}">
                <a16:creationId xmlns:a16="http://schemas.microsoft.com/office/drawing/2014/main" id="{248250C7-243F-B80F-56DA-5E9D225553A0}"/>
              </a:ext>
            </a:extLst>
          </p:cNvPr>
          <p:cNvSpPr>
            <a:spLocks noGrp="1"/>
          </p:cNvSpPr>
          <p:nvPr>
            <p:ph type="body" sz="quarter" idx="10" hasCustomPrompt="1"/>
          </p:nvPr>
        </p:nvSpPr>
        <p:spPr>
          <a:xfrm>
            <a:off x="1596451" y="934445"/>
            <a:ext cx="8392299" cy="1404620"/>
          </a:xfrm>
        </p:spPr>
        <p:txBody>
          <a:bodyPr>
            <a:noAutofit/>
          </a:bodyPr>
          <a:lstStyle>
            <a:lvl1pPr>
              <a:defRPr sz="2024">
                <a:solidFill>
                  <a:srgbClr val="FBB82F"/>
                </a:solidFill>
                <a:latin typeface="Arial Black" panose="020B0A04020102020204" pitchFamily="34" charset="0"/>
              </a:defRPr>
            </a:lvl1pPr>
          </a:lstStyle>
          <a:p>
            <a:pPr lvl="0"/>
            <a:r>
              <a:rPr lang="hu-HU"/>
              <a:t>CLICK TO EDIT</a:t>
            </a:r>
          </a:p>
        </p:txBody>
      </p:sp>
    </p:spTree>
    <p:extLst>
      <p:ext uri="{BB962C8B-B14F-4D97-AF65-F5344CB8AC3E}">
        <p14:creationId xmlns:p14="http://schemas.microsoft.com/office/powerpoint/2010/main" val="3036217092"/>
      </p:ext>
    </p:extLst>
  </p:cSld>
  <p:clrMapOvr>
    <a:masterClrMapping/>
  </p:clrMapOvr>
  <p:extLst>
    <p:ext uri="{DCECCB84-F9BA-43D5-87BE-67443E8EF086}">
      <p15:sldGuideLst xmlns:p15="http://schemas.microsoft.com/office/powerpoint/2012/main">
        <p15:guide id="1" pos="25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theme" Target="../theme/theme2.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8" Type="http://schemas.openxmlformats.org/officeDocument/2006/relationships/slideLayout" Target="../slideLayouts/slideLayout21.xml"/><Relationship Id="rId3"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2.xml"/><Relationship Id="rId7" Type="http://schemas.openxmlformats.org/officeDocument/2006/relationships/theme" Target="../theme/theme3.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5" Type="http://schemas.openxmlformats.org/officeDocument/2006/relationships/slideLayout" Target="../slideLayouts/slideLayout54.xml"/><Relationship Id="rId4"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5.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50" Type="http://schemas.openxmlformats.org/officeDocument/2006/relationships/slideLayout" Target="../slideLayouts/slideLayout117.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19" Type="http://schemas.openxmlformats.org/officeDocument/2006/relationships/slideLayout" Target="../slideLayouts/slideLayout86.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theme" Target="../theme/theme6.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97701" y="1767179"/>
            <a:ext cx="7207749" cy="2333044"/>
          </a:xfrm>
          <a:prstGeom prst="rect">
            <a:avLst/>
          </a:prstGeom>
          <a:effectLst/>
        </p:spPr>
        <p:txBody>
          <a:bodyPr vert="horz" lIns="0" tIns="192024" rIns="0" bIns="0" rtlCol="0" anchor="t" anchorCtr="0">
            <a:noAutofit/>
          </a:bodyPr>
          <a:lstStyle/>
          <a:p>
            <a:r>
              <a:rPr lang="en-US"/>
              <a:t>Your title here</a:t>
            </a:r>
          </a:p>
        </p:txBody>
      </p:sp>
      <p:sp>
        <p:nvSpPr>
          <p:cNvPr id="3" name="Текст 2"/>
          <p:cNvSpPr>
            <a:spLocks noGrp="1"/>
          </p:cNvSpPr>
          <p:nvPr>
            <p:ph type="body" idx="1"/>
          </p:nvPr>
        </p:nvSpPr>
        <p:spPr>
          <a:xfrm>
            <a:off x="1597699" y="4693920"/>
            <a:ext cx="7207750" cy="6400800"/>
          </a:xfrm>
          <a:prstGeom prst="rect">
            <a:avLst/>
          </a:prstGeom>
        </p:spPr>
        <p:txBody>
          <a:bodyPr vert="horz" lIns="0" tIns="0" rIns="0" bIns="0" rtlCol="0">
            <a:normAutofit/>
          </a:bodyPr>
          <a:lstStyle/>
          <a:p>
            <a:pPr lvl="0"/>
            <a:r>
              <a:rPr lang="en-US"/>
              <a:t>Write here subtitle</a:t>
            </a:r>
          </a:p>
          <a:p>
            <a:pPr lvl="1"/>
            <a:r>
              <a:rPr lang="en-US"/>
              <a:t>Write here subtitle</a:t>
            </a:r>
          </a:p>
          <a:p>
            <a:pPr lvl="1"/>
            <a:r>
              <a:rPr lang="en-US"/>
              <a:t>Write here subtitle</a:t>
            </a:r>
          </a:p>
          <a:p>
            <a:pPr lvl="2"/>
            <a:r>
              <a:rPr lang="en-US"/>
              <a:t>Write here text</a:t>
            </a:r>
          </a:p>
          <a:p>
            <a:pPr lvl="3"/>
            <a:r>
              <a:rPr lang="en-US"/>
              <a:t>Write here text</a:t>
            </a:r>
          </a:p>
          <a:p>
            <a:pPr lvl="4"/>
            <a:r>
              <a:rPr lang="en-US"/>
              <a:t>Write here text </a:t>
            </a:r>
          </a:p>
        </p:txBody>
      </p:sp>
      <p:sp>
        <p:nvSpPr>
          <p:cNvPr id="26" name="Slide Number Placeholder 24"/>
          <p:cNvSpPr txBox="1">
            <a:spLocks/>
          </p:cNvSpPr>
          <p:nvPr userDrawn="1"/>
        </p:nvSpPr>
        <p:spPr>
          <a:xfrm>
            <a:off x="2" y="11902293"/>
            <a:ext cx="790534" cy="681568"/>
          </a:xfrm>
          <a:prstGeom prst="rect">
            <a:avLst/>
          </a:prstGeom>
        </p:spPr>
        <p:txBody>
          <a:bodyPr vert="horz" lIns="51435" tIns="25718" rIns="51435" bIns="25718"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449" b="1" i="0" smtClean="0">
                <a:solidFill>
                  <a:srgbClr val="919191"/>
                </a:solidFill>
                <a:latin typeface="Arial" panose="020B0604020202020204" pitchFamily="34" charset="0"/>
                <a:ea typeface="Open Sans Semibold" charset="0"/>
                <a:cs typeface="Arial" panose="020B0604020202020204" pitchFamily="34" charset="0"/>
              </a:rPr>
              <a:pPr algn="ctr"/>
              <a:t>‹#›</a:t>
            </a:fld>
            <a:endParaRPr lang="en-US" sz="449" b="1" i="0">
              <a:solidFill>
                <a:srgbClr val="919191"/>
              </a:solidFill>
              <a:latin typeface="Arial" panose="020B0604020202020204" pitchFamily="34" charset="0"/>
              <a:ea typeface="Open Sans Semibold" charset="0"/>
              <a:cs typeface="Arial" panose="020B0604020202020204" pitchFamily="34" charset="0"/>
            </a:endParaRPr>
          </a:p>
        </p:txBody>
      </p:sp>
      <p:sp>
        <p:nvSpPr>
          <p:cNvPr id="4" name="Footer Placeholder 3">
            <a:extLst>
              <a:ext uri="{FF2B5EF4-FFF2-40B4-BE49-F238E27FC236}">
                <a16:creationId xmlns:a16="http://schemas.microsoft.com/office/drawing/2014/main" id="{E51C622C-FC3F-07FC-A4F9-BC54A62BEDE8}"/>
              </a:ext>
            </a:extLst>
          </p:cNvPr>
          <p:cNvSpPr>
            <a:spLocks noGrp="1"/>
          </p:cNvSpPr>
          <p:nvPr>
            <p:ph type="ftr" sz="quarter" idx="3"/>
          </p:nvPr>
        </p:nvSpPr>
        <p:spPr>
          <a:xfrm>
            <a:off x="3180400" y="11865187"/>
            <a:ext cx="3240405" cy="681568"/>
          </a:xfrm>
          <a:prstGeom prst="rect">
            <a:avLst/>
          </a:prstGeom>
        </p:spPr>
        <p:txBody>
          <a:bodyPr vert="horz" lIns="91440" tIns="45720" rIns="91440" bIns="45720" rtlCol="0" anchor="ctr"/>
          <a:lstStyle>
            <a:lvl1pPr algn="ctr">
              <a:defRPr sz="675" b="0" i="0">
                <a:solidFill>
                  <a:schemeClr val="tx1">
                    <a:tint val="75000"/>
                  </a:schemeClr>
                </a:solidFill>
                <a:latin typeface="Arial" panose="020B0604020202020204" pitchFamily="34" charset="0"/>
              </a:defRPr>
            </a:lvl1pPr>
          </a:lstStyle>
          <a:p>
            <a:endParaRPr lang="en-HU"/>
          </a:p>
        </p:txBody>
      </p:sp>
    </p:spTree>
    <p:extLst>
      <p:ext uri="{BB962C8B-B14F-4D97-AF65-F5344CB8AC3E}">
        <p14:creationId xmlns:p14="http://schemas.microsoft.com/office/powerpoint/2010/main" val="336446825"/>
      </p:ext>
    </p:extLst>
  </p:cSld>
  <p:clrMap bg1="dk1" tx1="lt1" bg2="dk2" tx2="lt2" accent1="accent1" accent2="accent2" accent3="accent3" accent4="accent4" accent5="accent5" accent6="accent6" hlink="hlink" folHlink="folHlink"/>
  <p:sldLayoutIdLst>
    <p:sldLayoutId id="2147484339" r:id="rId1"/>
    <p:sldLayoutId id="2147484205" r:id="rId2"/>
    <p:sldLayoutId id="2147484201" r:id="rId3"/>
    <p:sldLayoutId id="2147484202" r:id="rId4"/>
    <p:sldLayoutId id="2147484200" r:id="rId5"/>
    <p:sldLayoutId id="2147484204" r:id="rId6"/>
    <p:sldLayoutId id="2147484203" r:id="rId7"/>
    <p:sldLayoutId id="2147484209" r:id="rId8"/>
    <p:sldLayoutId id="2147484337" r:id="rId9"/>
    <p:sldLayoutId id="2147484338" r:id="rId10"/>
    <p:sldLayoutId id="2147484211" r:id="rId11"/>
    <p:sldLayoutId id="2147484213" r:id="rId12"/>
    <p:sldLayoutId id="2147484334" r:id="rId13"/>
  </p:sldLayoutIdLst>
  <p:hf hdr="0" ftr="0" dt="0"/>
  <p:txStyles>
    <p:titleStyle>
      <a:lvl1pPr algn="l" defTabSz="514314" rtl="0" eaLnBrk="1" latinLnBrk="0" hangingPunct="1">
        <a:lnSpc>
          <a:spcPct val="80000"/>
        </a:lnSpc>
        <a:spcBef>
          <a:spcPct val="0"/>
        </a:spcBef>
        <a:buNone/>
        <a:defRPr sz="2024" b="1" i="0" kern="1200" spc="-56" baseline="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0" indent="0" algn="l" defTabSz="514314" rtl="0" eaLnBrk="1" latinLnBrk="0" hangingPunct="1">
        <a:lnSpc>
          <a:spcPct val="150000"/>
        </a:lnSpc>
        <a:spcBef>
          <a:spcPts val="563"/>
        </a:spcBef>
        <a:buFont typeface="Arial" panose="020B0604020202020204" pitchFamily="34" charset="0"/>
        <a:buNone/>
        <a:defRPr sz="1575" b="0" i="0" kern="1200">
          <a:solidFill>
            <a:schemeClr val="tx1"/>
          </a:solidFill>
          <a:latin typeface="Arial" panose="020B0604020202020204" pitchFamily="34" charset="0"/>
          <a:ea typeface="+mn-ea"/>
          <a:cs typeface="+mn-cs"/>
        </a:defRPr>
      </a:lvl1pPr>
      <a:lvl2pPr marL="0" indent="0" algn="l" defTabSz="514314" rtl="0" eaLnBrk="1" latinLnBrk="0" hangingPunct="1">
        <a:lnSpc>
          <a:spcPct val="150000"/>
        </a:lnSpc>
        <a:spcBef>
          <a:spcPts val="281"/>
        </a:spcBef>
        <a:buFont typeface="Arial" panose="020B0604020202020204" pitchFamily="34" charset="0"/>
        <a:buNone/>
        <a:defRPr sz="1014" b="0" i="0" kern="1200">
          <a:solidFill>
            <a:schemeClr val="tx1"/>
          </a:solidFill>
          <a:latin typeface="Arial" panose="020B0604020202020204" pitchFamily="34" charset="0"/>
          <a:ea typeface="+mn-ea"/>
          <a:cs typeface="+mn-cs"/>
        </a:defRPr>
      </a:lvl2pPr>
      <a:lvl3pPr marL="0" indent="0" algn="l" defTabSz="514314" rtl="0" eaLnBrk="1" latinLnBrk="0" hangingPunct="1">
        <a:lnSpc>
          <a:spcPct val="150000"/>
        </a:lnSpc>
        <a:spcBef>
          <a:spcPts val="281"/>
        </a:spcBef>
        <a:buFont typeface="Arial" panose="020B0604020202020204" pitchFamily="34" charset="0"/>
        <a:buNone/>
        <a:defRPr sz="675" b="0" i="0" kern="1200">
          <a:solidFill>
            <a:schemeClr val="tx1"/>
          </a:solidFill>
          <a:latin typeface="Arial" panose="020B0604020202020204" pitchFamily="34" charset="0"/>
          <a:ea typeface="+mn-ea"/>
          <a:cs typeface="+mn-cs"/>
        </a:defRPr>
      </a:lvl3pPr>
      <a:lvl4pPr marL="0" indent="0" algn="l" defTabSz="514314" rtl="0" eaLnBrk="1" latinLnBrk="0" hangingPunct="1">
        <a:lnSpc>
          <a:spcPct val="150000"/>
        </a:lnSpc>
        <a:spcBef>
          <a:spcPts val="281"/>
        </a:spcBef>
        <a:buFont typeface="Arial" panose="020B0604020202020204" pitchFamily="34" charset="0"/>
        <a:buNone/>
        <a:defRPr sz="563" b="0" i="0" kern="1200">
          <a:solidFill>
            <a:schemeClr val="tx1">
              <a:alpha val="70000"/>
            </a:schemeClr>
          </a:solidFill>
          <a:latin typeface="Arial" panose="020B0604020202020204" pitchFamily="34" charset="0"/>
          <a:ea typeface="+mn-ea"/>
          <a:cs typeface="+mn-cs"/>
        </a:defRPr>
      </a:lvl4pPr>
      <a:lvl5pPr marL="0" indent="0" algn="l" defTabSz="514314" rtl="0" eaLnBrk="1" latinLnBrk="0" hangingPunct="1">
        <a:lnSpc>
          <a:spcPct val="150000"/>
        </a:lnSpc>
        <a:spcBef>
          <a:spcPts val="281"/>
        </a:spcBef>
        <a:buFont typeface="Arial" panose="020B0604020202020204" pitchFamily="34" charset="0"/>
        <a:buNone/>
        <a:defRPr sz="563" b="0" i="0" kern="1200" baseline="0">
          <a:solidFill>
            <a:schemeClr val="tx1">
              <a:alpha val="50000"/>
            </a:schemeClr>
          </a:solidFill>
          <a:latin typeface="Arial" panose="020B0604020202020204" pitchFamily="34" charset="0"/>
          <a:ea typeface="+mn-ea"/>
          <a:cs typeface="+mn-cs"/>
        </a:defRPr>
      </a:lvl5pPr>
      <a:lvl6pPr marL="1414363"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6pPr>
      <a:lvl7pPr marL="1671522"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7pPr>
      <a:lvl8pPr marL="1928678"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8pPr>
      <a:lvl9pPr marL="2185835"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9pPr>
    </p:bodyStyle>
    <p:otherStyle>
      <a:defPPr>
        <a:defRPr lang="en-US"/>
      </a:defPPr>
      <a:lvl1pPr marL="0" algn="l" defTabSz="514314" rtl="0" eaLnBrk="1" latinLnBrk="0" hangingPunct="1">
        <a:defRPr sz="1014" kern="1200">
          <a:solidFill>
            <a:schemeClr val="tx1"/>
          </a:solidFill>
          <a:latin typeface="+mn-lt"/>
          <a:ea typeface="+mn-ea"/>
          <a:cs typeface="+mn-cs"/>
        </a:defRPr>
      </a:lvl1pPr>
      <a:lvl2pPr marL="257158" algn="l" defTabSz="514314" rtl="0" eaLnBrk="1" latinLnBrk="0" hangingPunct="1">
        <a:defRPr sz="1014" kern="1200">
          <a:solidFill>
            <a:schemeClr val="tx1"/>
          </a:solidFill>
          <a:latin typeface="+mn-lt"/>
          <a:ea typeface="+mn-ea"/>
          <a:cs typeface="+mn-cs"/>
        </a:defRPr>
      </a:lvl2pPr>
      <a:lvl3pPr marL="514314" algn="l" defTabSz="514314" rtl="0" eaLnBrk="1" latinLnBrk="0" hangingPunct="1">
        <a:defRPr sz="1014" kern="1200">
          <a:solidFill>
            <a:schemeClr val="tx1"/>
          </a:solidFill>
          <a:latin typeface="+mn-lt"/>
          <a:ea typeface="+mn-ea"/>
          <a:cs typeface="+mn-cs"/>
        </a:defRPr>
      </a:lvl3pPr>
      <a:lvl4pPr marL="771471" algn="l" defTabSz="514314" rtl="0" eaLnBrk="1" latinLnBrk="0" hangingPunct="1">
        <a:defRPr sz="1014" kern="1200">
          <a:solidFill>
            <a:schemeClr val="tx1"/>
          </a:solidFill>
          <a:latin typeface="+mn-lt"/>
          <a:ea typeface="+mn-ea"/>
          <a:cs typeface="+mn-cs"/>
        </a:defRPr>
      </a:lvl4pPr>
      <a:lvl5pPr marL="1028629" algn="l" defTabSz="514314" rtl="0" eaLnBrk="1" latinLnBrk="0" hangingPunct="1">
        <a:defRPr sz="1014" kern="1200">
          <a:solidFill>
            <a:schemeClr val="tx1"/>
          </a:solidFill>
          <a:latin typeface="+mn-lt"/>
          <a:ea typeface="+mn-ea"/>
          <a:cs typeface="+mn-cs"/>
        </a:defRPr>
      </a:lvl5pPr>
      <a:lvl6pPr marL="1285785" algn="l" defTabSz="514314" rtl="0" eaLnBrk="1" latinLnBrk="0" hangingPunct="1">
        <a:defRPr sz="1014" kern="1200">
          <a:solidFill>
            <a:schemeClr val="tx1"/>
          </a:solidFill>
          <a:latin typeface="+mn-lt"/>
          <a:ea typeface="+mn-ea"/>
          <a:cs typeface="+mn-cs"/>
        </a:defRPr>
      </a:lvl6pPr>
      <a:lvl7pPr marL="1542941" algn="l" defTabSz="514314" rtl="0" eaLnBrk="1" latinLnBrk="0" hangingPunct="1">
        <a:defRPr sz="1014" kern="1200">
          <a:solidFill>
            <a:schemeClr val="tx1"/>
          </a:solidFill>
          <a:latin typeface="+mn-lt"/>
          <a:ea typeface="+mn-ea"/>
          <a:cs typeface="+mn-cs"/>
        </a:defRPr>
      </a:lvl7pPr>
      <a:lvl8pPr marL="1800099" algn="l" defTabSz="514314" rtl="0" eaLnBrk="1" latinLnBrk="0" hangingPunct="1">
        <a:defRPr sz="1014" kern="1200">
          <a:solidFill>
            <a:schemeClr val="tx1"/>
          </a:solidFill>
          <a:latin typeface="+mn-lt"/>
          <a:ea typeface="+mn-ea"/>
          <a:cs typeface="+mn-cs"/>
        </a:defRPr>
      </a:lvl8pPr>
      <a:lvl9pPr marL="2057257" algn="l" defTabSz="514314" rtl="0" eaLnBrk="1" latinLnBrk="0" hangingPunct="1">
        <a:defRPr sz="1014"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024" userDrawn="1">
          <p15:clr>
            <a:srgbClr val="F26B43"/>
          </p15:clr>
        </p15:guide>
        <p15:guide id="1" orient="horz" pos="4032" userDrawn="1">
          <p15:clr>
            <a:srgbClr val="F26B43"/>
          </p15:clr>
        </p15:guide>
        <p15:guide id="14" orient="horz" pos="645" userDrawn="1">
          <p15:clr>
            <a:srgbClr val="F26B43"/>
          </p15:clr>
        </p15:guide>
        <p15:guide id="27" orient="horz" pos="7377" userDrawn="1">
          <p15:clr>
            <a:srgbClr val="F26B43"/>
          </p15:clr>
        </p15:guide>
        <p15:guide id="28" pos="505" userDrawn="1">
          <p15:clr>
            <a:srgbClr val="F26B43"/>
          </p15:clr>
        </p15:guide>
        <p15:guide id="29" pos="5543" userDrawn="1">
          <p15:clr>
            <a:srgbClr val="F26B43"/>
          </p15:clr>
        </p15:guide>
        <p15:guide id="44" userDrawn="1">
          <p15:clr>
            <a:srgbClr val="F26B43"/>
          </p15:clr>
        </p15:guide>
        <p15:guide id="45" pos="6048" userDrawn="1">
          <p15:clr>
            <a:srgbClr val="F26B43"/>
          </p15:clr>
        </p15:guide>
        <p15:guide id="46" orient="horz" userDrawn="1">
          <p15:clr>
            <a:srgbClr val="F26B43"/>
          </p15:clr>
        </p15:guide>
        <p15:guide id="47" orient="horz" pos="8064" userDrawn="1">
          <p15:clr>
            <a:srgbClr val="F26B43"/>
          </p15:clr>
        </p15:guide>
        <p15:guide id="48" pos="1005" userDrawn="1">
          <p15:clr>
            <a:srgbClr val="F26B43"/>
          </p15:clr>
        </p15:guide>
        <p15:guide id="51" orient="horz" pos="1323" userDrawn="1">
          <p15:clr>
            <a:srgbClr val="F26B43"/>
          </p15:clr>
        </p15:guide>
        <p15:guide id="52" pos="150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97701" y="1767179"/>
            <a:ext cx="7207749" cy="2333044"/>
          </a:xfrm>
          <a:prstGeom prst="rect">
            <a:avLst/>
          </a:prstGeom>
          <a:effectLst/>
        </p:spPr>
        <p:txBody>
          <a:bodyPr vert="horz" lIns="0" tIns="192024" rIns="0" bIns="0" rtlCol="0" anchor="t" anchorCtr="0">
            <a:noAutofit/>
          </a:bodyPr>
          <a:lstStyle/>
          <a:p>
            <a:r>
              <a:rPr lang="en-US"/>
              <a:t>Your title here</a:t>
            </a:r>
          </a:p>
        </p:txBody>
      </p:sp>
      <p:sp>
        <p:nvSpPr>
          <p:cNvPr id="3" name="Текст 2"/>
          <p:cNvSpPr>
            <a:spLocks noGrp="1"/>
          </p:cNvSpPr>
          <p:nvPr>
            <p:ph type="body" idx="1"/>
          </p:nvPr>
        </p:nvSpPr>
        <p:spPr>
          <a:xfrm>
            <a:off x="1597699" y="4693920"/>
            <a:ext cx="7207750" cy="6400800"/>
          </a:xfrm>
          <a:prstGeom prst="rect">
            <a:avLst/>
          </a:prstGeom>
        </p:spPr>
        <p:txBody>
          <a:bodyPr vert="horz" lIns="0" tIns="0" rIns="0" bIns="0" rtlCol="0">
            <a:normAutofit/>
          </a:bodyPr>
          <a:lstStyle/>
          <a:p>
            <a:pPr lvl="0"/>
            <a:r>
              <a:rPr lang="en-US"/>
              <a:t>Write here subtitle</a:t>
            </a:r>
          </a:p>
          <a:p>
            <a:pPr lvl="1"/>
            <a:r>
              <a:rPr lang="en-US"/>
              <a:t>Write here subtitle</a:t>
            </a:r>
          </a:p>
          <a:p>
            <a:pPr lvl="1"/>
            <a:r>
              <a:rPr lang="en-US"/>
              <a:t>Write here subtitle</a:t>
            </a:r>
          </a:p>
          <a:p>
            <a:pPr lvl="2"/>
            <a:r>
              <a:rPr lang="en-US"/>
              <a:t>Write here text</a:t>
            </a:r>
          </a:p>
          <a:p>
            <a:pPr lvl="3"/>
            <a:r>
              <a:rPr lang="en-US"/>
              <a:t>Write here text</a:t>
            </a:r>
          </a:p>
          <a:p>
            <a:pPr lvl="4"/>
            <a:r>
              <a:rPr lang="en-US"/>
              <a:t>Write here text </a:t>
            </a:r>
          </a:p>
        </p:txBody>
      </p:sp>
      <p:sp>
        <p:nvSpPr>
          <p:cNvPr id="26" name="Slide Number Placeholder 24"/>
          <p:cNvSpPr txBox="1">
            <a:spLocks/>
          </p:cNvSpPr>
          <p:nvPr userDrawn="1"/>
        </p:nvSpPr>
        <p:spPr>
          <a:xfrm>
            <a:off x="2" y="11902293"/>
            <a:ext cx="790534" cy="681568"/>
          </a:xfrm>
          <a:prstGeom prst="rect">
            <a:avLst/>
          </a:prstGeom>
        </p:spPr>
        <p:txBody>
          <a:bodyPr vert="horz" lIns="51435" tIns="25718" rIns="51435" bIns="25718"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449" b="1" i="0" smtClean="0">
                <a:solidFill>
                  <a:srgbClr val="919191"/>
                </a:solidFill>
                <a:latin typeface="Arial" panose="020B0604020202020204" pitchFamily="34" charset="0"/>
                <a:ea typeface="Open Sans Semibold" charset="0"/>
                <a:cs typeface="Arial" panose="020B0604020202020204" pitchFamily="34" charset="0"/>
              </a:rPr>
              <a:pPr algn="ctr"/>
              <a:t>‹#›</a:t>
            </a:fld>
            <a:endParaRPr lang="en-US" sz="449" b="1" i="0">
              <a:solidFill>
                <a:srgbClr val="919191"/>
              </a:solidFill>
              <a:latin typeface="Arial" panose="020B0604020202020204" pitchFamily="34" charset="0"/>
              <a:ea typeface="Open Sans Semibold" charset="0"/>
              <a:cs typeface="Arial" panose="020B0604020202020204" pitchFamily="34" charset="0"/>
            </a:endParaRPr>
          </a:p>
        </p:txBody>
      </p:sp>
      <p:sp>
        <p:nvSpPr>
          <p:cNvPr id="4" name="Footer Placeholder 3">
            <a:extLst>
              <a:ext uri="{FF2B5EF4-FFF2-40B4-BE49-F238E27FC236}">
                <a16:creationId xmlns:a16="http://schemas.microsoft.com/office/drawing/2014/main" id="{E51C622C-FC3F-07FC-A4F9-BC54A62BEDE8}"/>
              </a:ext>
            </a:extLst>
          </p:cNvPr>
          <p:cNvSpPr>
            <a:spLocks noGrp="1"/>
          </p:cNvSpPr>
          <p:nvPr>
            <p:ph type="ftr" sz="quarter" idx="3"/>
          </p:nvPr>
        </p:nvSpPr>
        <p:spPr>
          <a:xfrm>
            <a:off x="3180400" y="11865187"/>
            <a:ext cx="3240405" cy="681568"/>
          </a:xfrm>
          <a:prstGeom prst="rect">
            <a:avLst/>
          </a:prstGeom>
        </p:spPr>
        <p:txBody>
          <a:bodyPr vert="horz" lIns="91440" tIns="45720" rIns="91440" bIns="45720" rtlCol="0" anchor="ctr"/>
          <a:lstStyle>
            <a:lvl1pPr algn="ctr">
              <a:defRPr sz="675" b="0" i="0">
                <a:solidFill>
                  <a:schemeClr val="tx1">
                    <a:tint val="75000"/>
                  </a:schemeClr>
                </a:solidFill>
                <a:latin typeface="Arial" panose="020B0604020202020204" pitchFamily="34" charset="0"/>
              </a:defRPr>
            </a:lvl1pPr>
          </a:lstStyle>
          <a:p>
            <a:endParaRPr lang="en-HU"/>
          </a:p>
        </p:txBody>
      </p:sp>
    </p:spTree>
    <p:extLst>
      <p:ext uri="{BB962C8B-B14F-4D97-AF65-F5344CB8AC3E}">
        <p14:creationId xmlns:p14="http://schemas.microsoft.com/office/powerpoint/2010/main" val="4020729435"/>
      </p:ext>
    </p:extLst>
  </p:cSld>
  <p:clrMap bg1="dk1" tx1="lt1" bg2="dk2" tx2="lt2" accent1="accent1" accent2="accent2" accent3="accent3" accent4="accent4" accent5="accent5" accent6="accent6" hlink="hlink" folHlink="folHlink"/>
  <p:sldLayoutIdLst>
    <p:sldLayoutId id="2147484226" r:id="rId1"/>
    <p:sldLayoutId id="2147484235" r:id="rId2"/>
    <p:sldLayoutId id="2147484238" r:id="rId3"/>
    <p:sldLayoutId id="2147484239" r:id="rId4"/>
    <p:sldLayoutId id="2147484241" r:id="rId5"/>
    <p:sldLayoutId id="2147484248" r:id="rId6"/>
    <p:sldLayoutId id="2147484249" r:id="rId7"/>
    <p:sldLayoutId id="2147484250" r:id="rId8"/>
    <p:sldLayoutId id="2147484224" r:id="rId9"/>
    <p:sldLayoutId id="2147484270" r:id="rId10"/>
    <p:sldLayoutId id="2147484271" r:id="rId11"/>
    <p:sldLayoutId id="2147484273" r:id="rId12"/>
    <p:sldLayoutId id="2147484225" r:id="rId13"/>
    <p:sldLayoutId id="2147484276" r:id="rId14"/>
    <p:sldLayoutId id="2147484277" r:id="rId15"/>
    <p:sldLayoutId id="2147484261" r:id="rId16"/>
    <p:sldLayoutId id="2147484240" r:id="rId17"/>
    <p:sldLayoutId id="2147484251" r:id="rId18"/>
    <p:sldLayoutId id="2147484242" r:id="rId19"/>
    <p:sldLayoutId id="2147484243" r:id="rId20"/>
    <p:sldLayoutId id="2147484244" r:id="rId21"/>
    <p:sldLayoutId id="2147484246" r:id="rId22"/>
    <p:sldLayoutId id="2147484247" r:id="rId23"/>
    <p:sldLayoutId id="2147484252" r:id="rId24"/>
    <p:sldLayoutId id="2147484253" r:id="rId25"/>
    <p:sldLayoutId id="2147484254" r:id="rId26"/>
    <p:sldLayoutId id="2147484255" r:id="rId27"/>
    <p:sldLayoutId id="2147484256" r:id="rId28"/>
    <p:sldLayoutId id="2147484257" r:id="rId29"/>
    <p:sldLayoutId id="2147484258" r:id="rId30"/>
    <p:sldLayoutId id="2147484259" r:id="rId31"/>
    <p:sldLayoutId id="2147484260" r:id="rId32"/>
    <p:sldLayoutId id="2147484262" r:id="rId33"/>
    <p:sldLayoutId id="2147484263" r:id="rId34"/>
    <p:sldLayoutId id="2147484264" r:id="rId35"/>
    <p:sldLayoutId id="2147484265" r:id="rId36"/>
  </p:sldLayoutIdLst>
  <p:hf hdr="0" ftr="0" dt="0"/>
  <p:txStyles>
    <p:titleStyle>
      <a:lvl1pPr algn="l" defTabSz="514314" rtl="0" eaLnBrk="1" latinLnBrk="0" hangingPunct="1">
        <a:lnSpc>
          <a:spcPct val="80000"/>
        </a:lnSpc>
        <a:spcBef>
          <a:spcPct val="0"/>
        </a:spcBef>
        <a:buNone/>
        <a:defRPr sz="2024" b="1" i="0" kern="1200" spc="-56" baseline="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0" indent="0" algn="l" defTabSz="514314" rtl="0" eaLnBrk="1" latinLnBrk="0" hangingPunct="1">
        <a:lnSpc>
          <a:spcPct val="150000"/>
        </a:lnSpc>
        <a:spcBef>
          <a:spcPts val="563"/>
        </a:spcBef>
        <a:buFont typeface="Arial" panose="020B0604020202020204" pitchFamily="34" charset="0"/>
        <a:buNone/>
        <a:defRPr sz="1575" b="0" i="0" kern="1200">
          <a:solidFill>
            <a:schemeClr val="tx1"/>
          </a:solidFill>
          <a:latin typeface="Arial" panose="020B0604020202020204" pitchFamily="34" charset="0"/>
          <a:ea typeface="+mn-ea"/>
          <a:cs typeface="+mn-cs"/>
        </a:defRPr>
      </a:lvl1pPr>
      <a:lvl2pPr marL="0" indent="0" algn="l" defTabSz="514314" rtl="0" eaLnBrk="1" latinLnBrk="0" hangingPunct="1">
        <a:lnSpc>
          <a:spcPct val="150000"/>
        </a:lnSpc>
        <a:spcBef>
          <a:spcPts val="281"/>
        </a:spcBef>
        <a:buFont typeface="Arial" panose="020B0604020202020204" pitchFamily="34" charset="0"/>
        <a:buNone/>
        <a:defRPr sz="1014" b="0" i="0" kern="1200">
          <a:solidFill>
            <a:schemeClr val="tx1"/>
          </a:solidFill>
          <a:latin typeface="Arial" panose="020B0604020202020204" pitchFamily="34" charset="0"/>
          <a:ea typeface="+mn-ea"/>
          <a:cs typeface="+mn-cs"/>
        </a:defRPr>
      </a:lvl2pPr>
      <a:lvl3pPr marL="0" indent="0" algn="l" defTabSz="514314" rtl="0" eaLnBrk="1" latinLnBrk="0" hangingPunct="1">
        <a:lnSpc>
          <a:spcPct val="150000"/>
        </a:lnSpc>
        <a:spcBef>
          <a:spcPts val="281"/>
        </a:spcBef>
        <a:buFont typeface="Arial" panose="020B0604020202020204" pitchFamily="34" charset="0"/>
        <a:buNone/>
        <a:defRPr sz="675" b="0" i="0" kern="1200">
          <a:solidFill>
            <a:schemeClr val="tx1"/>
          </a:solidFill>
          <a:latin typeface="Arial" panose="020B0604020202020204" pitchFamily="34" charset="0"/>
          <a:ea typeface="+mn-ea"/>
          <a:cs typeface="+mn-cs"/>
        </a:defRPr>
      </a:lvl3pPr>
      <a:lvl4pPr marL="0" indent="0" algn="l" defTabSz="514314" rtl="0" eaLnBrk="1" latinLnBrk="0" hangingPunct="1">
        <a:lnSpc>
          <a:spcPct val="150000"/>
        </a:lnSpc>
        <a:spcBef>
          <a:spcPts val="281"/>
        </a:spcBef>
        <a:buFont typeface="Arial" panose="020B0604020202020204" pitchFamily="34" charset="0"/>
        <a:buNone/>
        <a:defRPr sz="563" b="0" i="0" kern="1200">
          <a:solidFill>
            <a:schemeClr val="tx1">
              <a:alpha val="70000"/>
            </a:schemeClr>
          </a:solidFill>
          <a:latin typeface="Arial" panose="020B0604020202020204" pitchFamily="34" charset="0"/>
          <a:ea typeface="+mn-ea"/>
          <a:cs typeface="+mn-cs"/>
        </a:defRPr>
      </a:lvl4pPr>
      <a:lvl5pPr marL="0" indent="0" algn="l" defTabSz="514314" rtl="0" eaLnBrk="1" latinLnBrk="0" hangingPunct="1">
        <a:lnSpc>
          <a:spcPct val="150000"/>
        </a:lnSpc>
        <a:spcBef>
          <a:spcPts val="281"/>
        </a:spcBef>
        <a:buFont typeface="Arial" panose="020B0604020202020204" pitchFamily="34" charset="0"/>
        <a:buNone/>
        <a:defRPr sz="563" b="0" i="0" kern="1200" baseline="0">
          <a:solidFill>
            <a:schemeClr val="tx1">
              <a:alpha val="50000"/>
            </a:schemeClr>
          </a:solidFill>
          <a:latin typeface="Arial" panose="020B0604020202020204" pitchFamily="34" charset="0"/>
          <a:ea typeface="+mn-ea"/>
          <a:cs typeface="+mn-cs"/>
        </a:defRPr>
      </a:lvl5pPr>
      <a:lvl6pPr marL="1414363"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6pPr>
      <a:lvl7pPr marL="1671522"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7pPr>
      <a:lvl8pPr marL="1928678"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8pPr>
      <a:lvl9pPr marL="2185835"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9pPr>
    </p:bodyStyle>
    <p:otherStyle>
      <a:defPPr>
        <a:defRPr lang="en-US"/>
      </a:defPPr>
      <a:lvl1pPr marL="0" algn="l" defTabSz="514314" rtl="0" eaLnBrk="1" latinLnBrk="0" hangingPunct="1">
        <a:defRPr sz="1014" kern="1200">
          <a:solidFill>
            <a:schemeClr val="tx1"/>
          </a:solidFill>
          <a:latin typeface="+mn-lt"/>
          <a:ea typeface="+mn-ea"/>
          <a:cs typeface="+mn-cs"/>
        </a:defRPr>
      </a:lvl1pPr>
      <a:lvl2pPr marL="257158" algn="l" defTabSz="514314" rtl="0" eaLnBrk="1" latinLnBrk="0" hangingPunct="1">
        <a:defRPr sz="1014" kern="1200">
          <a:solidFill>
            <a:schemeClr val="tx1"/>
          </a:solidFill>
          <a:latin typeface="+mn-lt"/>
          <a:ea typeface="+mn-ea"/>
          <a:cs typeface="+mn-cs"/>
        </a:defRPr>
      </a:lvl2pPr>
      <a:lvl3pPr marL="514314" algn="l" defTabSz="514314" rtl="0" eaLnBrk="1" latinLnBrk="0" hangingPunct="1">
        <a:defRPr sz="1014" kern="1200">
          <a:solidFill>
            <a:schemeClr val="tx1"/>
          </a:solidFill>
          <a:latin typeface="+mn-lt"/>
          <a:ea typeface="+mn-ea"/>
          <a:cs typeface="+mn-cs"/>
        </a:defRPr>
      </a:lvl3pPr>
      <a:lvl4pPr marL="771471" algn="l" defTabSz="514314" rtl="0" eaLnBrk="1" latinLnBrk="0" hangingPunct="1">
        <a:defRPr sz="1014" kern="1200">
          <a:solidFill>
            <a:schemeClr val="tx1"/>
          </a:solidFill>
          <a:latin typeface="+mn-lt"/>
          <a:ea typeface="+mn-ea"/>
          <a:cs typeface="+mn-cs"/>
        </a:defRPr>
      </a:lvl4pPr>
      <a:lvl5pPr marL="1028629" algn="l" defTabSz="514314" rtl="0" eaLnBrk="1" latinLnBrk="0" hangingPunct="1">
        <a:defRPr sz="1014" kern="1200">
          <a:solidFill>
            <a:schemeClr val="tx1"/>
          </a:solidFill>
          <a:latin typeface="+mn-lt"/>
          <a:ea typeface="+mn-ea"/>
          <a:cs typeface="+mn-cs"/>
        </a:defRPr>
      </a:lvl5pPr>
      <a:lvl6pPr marL="1285785" algn="l" defTabSz="514314" rtl="0" eaLnBrk="1" latinLnBrk="0" hangingPunct="1">
        <a:defRPr sz="1014" kern="1200">
          <a:solidFill>
            <a:schemeClr val="tx1"/>
          </a:solidFill>
          <a:latin typeface="+mn-lt"/>
          <a:ea typeface="+mn-ea"/>
          <a:cs typeface="+mn-cs"/>
        </a:defRPr>
      </a:lvl6pPr>
      <a:lvl7pPr marL="1542941" algn="l" defTabSz="514314" rtl="0" eaLnBrk="1" latinLnBrk="0" hangingPunct="1">
        <a:defRPr sz="1014" kern="1200">
          <a:solidFill>
            <a:schemeClr val="tx1"/>
          </a:solidFill>
          <a:latin typeface="+mn-lt"/>
          <a:ea typeface="+mn-ea"/>
          <a:cs typeface="+mn-cs"/>
        </a:defRPr>
      </a:lvl7pPr>
      <a:lvl8pPr marL="1800099" algn="l" defTabSz="514314" rtl="0" eaLnBrk="1" latinLnBrk="0" hangingPunct="1">
        <a:defRPr sz="1014" kern="1200">
          <a:solidFill>
            <a:schemeClr val="tx1"/>
          </a:solidFill>
          <a:latin typeface="+mn-lt"/>
          <a:ea typeface="+mn-ea"/>
          <a:cs typeface="+mn-cs"/>
        </a:defRPr>
      </a:lvl8pPr>
      <a:lvl9pPr marL="2057257" algn="l" defTabSz="514314" rtl="0" eaLnBrk="1" latinLnBrk="0" hangingPunct="1">
        <a:defRPr sz="1014"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024" userDrawn="1">
          <p15:clr>
            <a:srgbClr val="F26B43"/>
          </p15:clr>
        </p15:guide>
        <p15:guide id="1" orient="horz" pos="4032" userDrawn="1">
          <p15:clr>
            <a:srgbClr val="F26B43"/>
          </p15:clr>
        </p15:guide>
        <p15:guide id="14" orient="horz" pos="645" userDrawn="1">
          <p15:clr>
            <a:srgbClr val="F26B43"/>
          </p15:clr>
        </p15:guide>
        <p15:guide id="27" orient="horz" pos="7377" userDrawn="1">
          <p15:clr>
            <a:srgbClr val="F26B43"/>
          </p15:clr>
        </p15:guide>
        <p15:guide id="28" pos="505" userDrawn="1">
          <p15:clr>
            <a:srgbClr val="F26B43"/>
          </p15:clr>
        </p15:guide>
        <p15:guide id="29" pos="5543" userDrawn="1">
          <p15:clr>
            <a:srgbClr val="F26B43"/>
          </p15:clr>
        </p15:guide>
        <p15:guide id="44" userDrawn="1">
          <p15:clr>
            <a:srgbClr val="F26B43"/>
          </p15:clr>
        </p15:guide>
        <p15:guide id="45" pos="6048" userDrawn="1">
          <p15:clr>
            <a:srgbClr val="F26B43"/>
          </p15:clr>
        </p15:guide>
        <p15:guide id="46" orient="horz" userDrawn="1">
          <p15:clr>
            <a:srgbClr val="F26B43"/>
          </p15:clr>
        </p15:guide>
        <p15:guide id="47" orient="horz" pos="8064" userDrawn="1">
          <p15:clr>
            <a:srgbClr val="F26B43"/>
          </p15:clr>
        </p15:guide>
        <p15:guide id="48" pos="1005" userDrawn="1">
          <p15:clr>
            <a:srgbClr val="F26B43"/>
          </p15:clr>
        </p15:guide>
        <p15:guide id="51" orient="horz" pos="1323" userDrawn="1">
          <p15:clr>
            <a:srgbClr val="F26B43"/>
          </p15:clr>
        </p15:guide>
        <p15:guide id="52" pos="150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97701" y="1767179"/>
            <a:ext cx="7207749" cy="2333044"/>
          </a:xfrm>
          <a:prstGeom prst="rect">
            <a:avLst/>
          </a:prstGeom>
          <a:effectLst/>
        </p:spPr>
        <p:txBody>
          <a:bodyPr vert="horz" lIns="0" tIns="192024" rIns="0" bIns="0" rtlCol="0" anchor="t" anchorCtr="0">
            <a:noAutofit/>
          </a:bodyPr>
          <a:lstStyle/>
          <a:p>
            <a:r>
              <a:rPr lang="en-US"/>
              <a:t>Your title here</a:t>
            </a:r>
          </a:p>
        </p:txBody>
      </p:sp>
      <p:sp>
        <p:nvSpPr>
          <p:cNvPr id="3" name="Текст 2"/>
          <p:cNvSpPr>
            <a:spLocks noGrp="1"/>
          </p:cNvSpPr>
          <p:nvPr>
            <p:ph type="body" idx="1"/>
          </p:nvPr>
        </p:nvSpPr>
        <p:spPr>
          <a:xfrm>
            <a:off x="1597699" y="4693920"/>
            <a:ext cx="7207750" cy="6400800"/>
          </a:xfrm>
          <a:prstGeom prst="rect">
            <a:avLst/>
          </a:prstGeom>
        </p:spPr>
        <p:txBody>
          <a:bodyPr vert="horz" lIns="0" tIns="0" rIns="0" bIns="0" rtlCol="0">
            <a:normAutofit/>
          </a:bodyPr>
          <a:lstStyle/>
          <a:p>
            <a:pPr lvl="0"/>
            <a:r>
              <a:rPr lang="en-US"/>
              <a:t>Write here subtitle</a:t>
            </a:r>
          </a:p>
          <a:p>
            <a:pPr lvl="1"/>
            <a:r>
              <a:rPr lang="en-US"/>
              <a:t>Write here subtitle</a:t>
            </a:r>
          </a:p>
          <a:p>
            <a:pPr lvl="1"/>
            <a:r>
              <a:rPr lang="en-US"/>
              <a:t>Write here subtitle</a:t>
            </a:r>
          </a:p>
          <a:p>
            <a:pPr lvl="2"/>
            <a:r>
              <a:rPr lang="en-US"/>
              <a:t>Write here text</a:t>
            </a:r>
          </a:p>
          <a:p>
            <a:pPr lvl="3"/>
            <a:r>
              <a:rPr lang="en-US"/>
              <a:t>Write here text</a:t>
            </a:r>
          </a:p>
          <a:p>
            <a:pPr lvl="4"/>
            <a:r>
              <a:rPr lang="en-US"/>
              <a:t>Write here text </a:t>
            </a:r>
          </a:p>
        </p:txBody>
      </p:sp>
      <p:sp>
        <p:nvSpPr>
          <p:cNvPr id="26" name="Slide Number Placeholder 24"/>
          <p:cNvSpPr txBox="1">
            <a:spLocks/>
          </p:cNvSpPr>
          <p:nvPr userDrawn="1"/>
        </p:nvSpPr>
        <p:spPr>
          <a:xfrm>
            <a:off x="2" y="11902293"/>
            <a:ext cx="790534" cy="681568"/>
          </a:xfrm>
          <a:prstGeom prst="rect">
            <a:avLst/>
          </a:prstGeom>
        </p:spPr>
        <p:txBody>
          <a:bodyPr vert="horz" lIns="51435" tIns="25718" rIns="51435" bIns="25718"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449" b="1" i="0" smtClean="0">
                <a:solidFill>
                  <a:srgbClr val="919191"/>
                </a:solidFill>
                <a:latin typeface="Arial" panose="020B0604020202020204" pitchFamily="34" charset="0"/>
                <a:ea typeface="Open Sans Semibold" charset="0"/>
                <a:cs typeface="Arial" panose="020B0604020202020204" pitchFamily="34" charset="0"/>
              </a:rPr>
              <a:pPr algn="ctr"/>
              <a:t>‹#›</a:t>
            </a:fld>
            <a:endParaRPr lang="en-US" sz="449" b="1" i="0">
              <a:solidFill>
                <a:srgbClr val="919191"/>
              </a:solidFill>
              <a:latin typeface="Arial" panose="020B0604020202020204" pitchFamily="34" charset="0"/>
              <a:ea typeface="Open Sans Semibold" charset="0"/>
              <a:cs typeface="Arial" panose="020B0604020202020204" pitchFamily="34" charset="0"/>
            </a:endParaRPr>
          </a:p>
        </p:txBody>
      </p:sp>
      <p:sp>
        <p:nvSpPr>
          <p:cNvPr id="4" name="Footer Placeholder 3">
            <a:extLst>
              <a:ext uri="{FF2B5EF4-FFF2-40B4-BE49-F238E27FC236}">
                <a16:creationId xmlns:a16="http://schemas.microsoft.com/office/drawing/2014/main" id="{E51C622C-FC3F-07FC-A4F9-BC54A62BEDE8}"/>
              </a:ext>
            </a:extLst>
          </p:cNvPr>
          <p:cNvSpPr>
            <a:spLocks noGrp="1"/>
          </p:cNvSpPr>
          <p:nvPr>
            <p:ph type="ftr" sz="quarter" idx="3"/>
          </p:nvPr>
        </p:nvSpPr>
        <p:spPr>
          <a:xfrm>
            <a:off x="3180400" y="11865187"/>
            <a:ext cx="3240405" cy="681568"/>
          </a:xfrm>
          <a:prstGeom prst="rect">
            <a:avLst/>
          </a:prstGeom>
        </p:spPr>
        <p:txBody>
          <a:bodyPr vert="horz" lIns="91440" tIns="45720" rIns="91440" bIns="45720" rtlCol="0" anchor="ctr"/>
          <a:lstStyle>
            <a:lvl1pPr algn="ctr">
              <a:defRPr sz="675" b="0" i="0">
                <a:solidFill>
                  <a:schemeClr val="tx1">
                    <a:tint val="75000"/>
                  </a:schemeClr>
                </a:solidFill>
                <a:latin typeface="Arial" panose="020B0604020202020204" pitchFamily="34" charset="0"/>
              </a:defRPr>
            </a:lvl1pPr>
          </a:lstStyle>
          <a:p>
            <a:endParaRPr lang="en-HU"/>
          </a:p>
        </p:txBody>
      </p:sp>
    </p:spTree>
    <p:extLst>
      <p:ext uri="{BB962C8B-B14F-4D97-AF65-F5344CB8AC3E}">
        <p14:creationId xmlns:p14="http://schemas.microsoft.com/office/powerpoint/2010/main" val="2364745494"/>
      </p:ext>
    </p:extLst>
  </p:cSld>
  <p:clrMap bg1="dk1" tx1="lt1" bg2="dk2" tx2="lt2" accent1="accent1" accent2="accent2" accent3="accent3" accent4="accent4" accent5="accent5" accent6="accent6" hlink="hlink" folHlink="folHlink"/>
  <p:sldLayoutIdLst>
    <p:sldLayoutId id="2147484328" r:id="rId1"/>
    <p:sldLayoutId id="2147484329" r:id="rId2"/>
    <p:sldLayoutId id="2147484330" r:id="rId3"/>
    <p:sldLayoutId id="2147484331" r:id="rId4"/>
    <p:sldLayoutId id="2147484332" r:id="rId5"/>
    <p:sldLayoutId id="2147484333" r:id="rId6"/>
  </p:sldLayoutIdLst>
  <p:hf hdr="0" ftr="0" dt="0"/>
  <p:txStyles>
    <p:titleStyle>
      <a:lvl1pPr algn="l" defTabSz="514314" rtl="0" eaLnBrk="1" latinLnBrk="0" hangingPunct="1">
        <a:lnSpc>
          <a:spcPct val="80000"/>
        </a:lnSpc>
        <a:spcBef>
          <a:spcPct val="0"/>
        </a:spcBef>
        <a:buNone/>
        <a:defRPr sz="2024" b="1" i="0" kern="1200" spc="-56" baseline="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0" indent="0" algn="l" defTabSz="514314" rtl="0" eaLnBrk="1" latinLnBrk="0" hangingPunct="1">
        <a:lnSpc>
          <a:spcPct val="150000"/>
        </a:lnSpc>
        <a:spcBef>
          <a:spcPts val="563"/>
        </a:spcBef>
        <a:buFont typeface="Arial" panose="020B0604020202020204" pitchFamily="34" charset="0"/>
        <a:buNone/>
        <a:defRPr sz="1575" b="0" i="0" kern="1200">
          <a:solidFill>
            <a:schemeClr val="tx1"/>
          </a:solidFill>
          <a:latin typeface="Arial" panose="020B0604020202020204" pitchFamily="34" charset="0"/>
          <a:ea typeface="+mn-ea"/>
          <a:cs typeface="+mn-cs"/>
        </a:defRPr>
      </a:lvl1pPr>
      <a:lvl2pPr marL="0" indent="0" algn="l" defTabSz="514314" rtl="0" eaLnBrk="1" latinLnBrk="0" hangingPunct="1">
        <a:lnSpc>
          <a:spcPct val="150000"/>
        </a:lnSpc>
        <a:spcBef>
          <a:spcPts val="281"/>
        </a:spcBef>
        <a:buFont typeface="Arial" panose="020B0604020202020204" pitchFamily="34" charset="0"/>
        <a:buNone/>
        <a:defRPr sz="1014" b="0" i="0" kern="1200">
          <a:solidFill>
            <a:schemeClr val="tx1"/>
          </a:solidFill>
          <a:latin typeface="Arial" panose="020B0604020202020204" pitchFamily="34" charset="0"/>
          <a:ea typeface="+mn-ea"/>
          <a:cs typeface="+mn-cs"/>
        </a:defRPr>
      </a:lvl2pPr>
      <a:lvl3pPr marL="0" indent="0" algn="l" defTabSz="514314" rtl="0" eaLnBrk="1" latinLnBrk="0" hangingPunct="1">
        <a:lnSpc>
          <a:spcPct val="150000"/>
        </a:lnSpc>
        <a:spcBef>
          <a:spcPts val="281"/>
        </a:spcBef>
        <a:buFont typeface="Arial" panose="020B0604020202020204" pitchFamily="34" charset="0"/>
        <a:buNone/>
        <a:defRPr sz="675" b="0" i="0" kern="1200">
          <a:solidFill>
            <a:schemeClr val="tx1"/>
          </a:solidFill>
          <a:latin typeface="Arial" panose="020B0604020202020204" pitchFamily="34" charset="0"/>
          <a:ea typeface="+mn-ea"/>
          <a:cs typeface="+mn-cs"/>
        </a:defRPr>
      </a:lvl3pPr>
      <a:lvl4pPr marL="0" indent="0" algn="l" defTabSz="514314" rtl="0" eaLnBrk="1" latinLnBrk="0" hangingPunct="1">
        <a:lnSpc>
          <a:spcPct val="150000"/>
        </a:lnSpc>
        <a:spcBef>
          <a:spcPts val="281"/>
        </a:spcBef>
        <a:buFont typeface="Arial" panose="020B0604020202020204" pitchFamily="34" charset="0"/>
        <a:buNone/>
        <a:defRPr sz="563" b="0" i="0" kern="1200">
          <a:solidFill>
            <a:schemeClr val="tx1">
              <a:alpha val="70000"/>
            </a:schemeClr>
          </a:solidFill>
          <a:latin typeface="Arial" panose="020B0604020202020204" pitchFamily="34" charset="0"/>
          <a:ea typeface="+mn-ea"/>
          <a:cs typeface="+mn-cs"/>
        </a:defRPr>
      </a:lvl4pPr>
      <a:lvl5pPr marL="0" indent="0" algn="l" defTabSz="514314" rtl="0" eaLnBrk="1" latinLnBrk="0" hangingPunct="1">
        <a:lnSpc>
          <a:spcPct val="150000"/>
        </a:lnSpc>
        <a:spcBef>
          <a:spcPts val="281"/>
        </a:spcBef>
        <a:buFont typeface="Arial" panose="020B0604020202020204" pitchFamily="34" charset="0"/>
        <a:buNone/>
        <a:defRPr sz="563" b="0" i="0" kern="1200" baseline="0">
          <a:solidFill>
            <a:schemeClr val="tx1">
              <a:alpha val="50000"/>
            </a:schemeClr>
          </a:solidFill>
          <a:latin typeface="Arial" panose="020B0604020202020204" pitchFamily="34" charset="0"/>
          <a:ea typeface="+mn-ea"/>
          <a:cs typeface="+mn-cs"/>
        </a:defRPr>
      </a:lvl5pPr>
      <a:lvl6pPr marL="1414363"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6pPr>
      <a:lvl7pPr marL="1671522"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7pPr>
      <a:lvl8pPr marL="1928678"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8pPr>
      <a:lvl9pPr marL="2185835"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9pPr>
    </p:bodyStyle>
    <p:otherStyle>
      <a:defPPr>
        <a:defRPr lang="en-US"/>
      </a:defPPr>
      <a:lvl1pPr marL="0" algn="l" defTabSz="514314" rtl="0" eaLnBrk="1" latinLnBrk="0" hangingPunct="1">
        <a:defRPr sz="1014" kern="1200">
          <a:solidFill>
            <a:schemeClr val="tx1"/>
          </a:solidFill>
          <a:latin typeface="+mn-lt"/>
          <a:ea typeface="+mn-ea"/>
          <a:cs typeface="+mn-cs"/>
        </a:defRPr>
      </a:lvl1pPr>
      <a:lvl2pPr marL="257158" algn="l" defTabSz="514314" rtl="0" eaLnBrk="1" latinLnBrk="0" hangingPunct="1">
        <a:defRPr sz="1014" kern="1200">
          <a:solidFill>
            <a:schemeClr val="tx1"/>
          </a:solidFill>
          <a:latin typeface="+mn-lt"/>
          <a:ea typeface="+mn-ea"/>
          <a:cs typeface="+mn-cs"/>
        </a:defRPr>
      </a:lvl2pPr>
      <a:lvl3pPr marL="514314" algn="l" defTabSz="514314" rtl="0" eaLnBrk="1" latinLnBrk="0" hangingPunct="1">
        <a:defRPr sz="1014" kern="1200">
          <a:solidFill>
            <a:schemeClr val="tx1"/>
          </a:solidFill>
          <a:latin typeface="+mn-lt"/>
          <a:ea typeface="+mn-ea"/>
          <a:cs typeface="+mn-cs"/>
        </a:defRPr>
      </a:lvl3pPr>
      <a:lvl4pPr marL="771471" algn="l" defTabSz="514314" rtl="0" eaLnBrk="1" latinLnBrk="0" hangingPunct="1">
        <a:defRPr sz="1014" kern="1200">
          <a:solidFill>
            <a:schemeClr val="tx1"/>
          </a:solidFill>
          <a:latin typeface="+mn-lt"/>
          <a:ea typeface="+mn-ea"/>
          <a:cs typeface="+mn-cs"/>
        </a:defRPr>
      </a:lvl4pPr>
      <a:lvl5pPr marL="1028629" algn="l" defTabSz="514314" rtl="0" eaLnBrk="1" latinLnBrk="0" hangingPunct="1">
        <a:defRPr sz="1014" kern="1200">
          <a:solidFill>
            <a:schemeClr val="tx1"/>
          </a:solidFill>
          <a:latin typeface="+mn-lt"/>
          <a:ea typeface="+mn-ea"/>
          <a:cs typeface="+mn-cs"/>
        </a:defRPr>
      </a:lvl5pPr>
      <a:lvl6pPr marL="1285785" algn="l" defTabSz="514314" rtl="0" eaLnBrk="1" latinLnBrk="0" hangingPunct="1">
        <a:defRPr sz="1014" kern="1200">
          <a:solidFill>
            <a:schemeClr val="tx1"/>
          </a:solidFill>
          <a:latin typeface="+mn-lt"/>
          <a:ea typeface="+mn-ea"/>
          <a:cs typeface="+mn-cs"/>
        </a:defRPr>
      </a:lvl6pPr>
      <a:lvl7pPr marL="1542941" algn="l" defTabSz="514314" rtl="0" eaLnBrk="1" latinLnBrk="0" hangingPunct="1">
        <a:defRPr sz="1014" kern="1200">
          <a:solidFill>
            <a:schemeClr val="tx1"/>
          </a:solidFill>
          <a:latin typeface="+mn-lt"/>
          <a:ea typeface="+mn-ea"/>
          <a:cs typeface="+mn-cs"/>
        </a:defRPr>
      </a:lvl7pPr>
      <a:lvl8pPr marL="1800099" algn="l" defTabSz="514314" rtl="0" eaLnBrk="1" latinLnBrk="0" hangingPunct="1">
        <a:defRPr sz="1014" kern="1200">
          <a:solidFill>
            <a:schemeClr val="tx1"/>
          </a:solidFill>
          <a:latin typeface="+mn-lt"/>
          <a:ea typeface="+mn-ea"/>
          <a:cs typeface="+mn-cs"/>
        </a:defRPr>
      </a:lvl8pPr>
      <a:lvl9pPr marL="2057257" algn="l" defTabSz="514314" rtl="0" eaLnBrk="1" latinLnBrk="0" hangingPunct="1">
        <a:defRPr sz="1014"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024" userDrawn="1">
          <p15:clr>
            <a:srgbClr val="F26B43"/>
          </p15:clr>
        </p15:guide>
        <p15:guide id="1" orient="horz" pos="4032" userDrawn="1">
          <p15:clr>
            <a:srgbClr val="F26B43"/>
          </p15:clr>
        </p15:guide>
        <p15:guide id="14" orient="horz" pos="645" userDrawn="1">
          <p15:clr>
            <a:srgbClr val="F26B43"/>
          </p15:clr>
        </p15:guide>
        <p15:guide id="27" orient="horz" pos="7377" userDrawn="1">
          <p15:clr>
            <a:srgbClr val="F26B43"/>
          </p15:clr>
        </p15:guide>
        <p15:guide id="28" pos="505" userDrawn="1">
          <p15:clr>
            <a:srgbClr val="F26B43"/>
          </p15:clr>
        </p15:guide>
        <p15:guide id="29" pos="5543" userDrawn="1">
          <p15:clr>
            <a:srgbClr val="F26B43"/>
          </p15:clr>
        </p15:guide>
        <p15:guide id="44" userDrawn="1">
          <p15:clr>
            <a:srgbClr val="F26B43"/>
          </p15:clr>
        </p15:guide>
        <p15:guide id="45" pos="6048" userDrawn="1">
          <p15:clr>
            <a:srgbClr val="F26B43"/>
          </p15:clr>
        </p15:guide>
        <p15:guide id="46" orient="horz" userDrawn="1">
          <p15:clr>
            <a:srgbClr val="F26B43"/>
          </p15:clr>
        </p15:guide>
        <p15:guide id="47" orient="horz" pos="8064" userDrawn="1">
          <p15:clr>
            <a:srgbClr val="F26B43"/>
          </p15:clr>
        </p15:guide>
        <p15:guide id="48" pos="1005" userDrawn="1">
          <p15:clr>
            <a:srgbClr val="F26B43"/>
          </p15:clr>
        </p15:guide>
        <p15:guide id="51" orient="horz" pos="1323" userDrawn="1">
          <p15:clr>
            <a:srgbClr val="F26B43"/>
          </p15:clr>
        </p15:guide>
        <p15:guide id="52" pos="1506"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97701" y="1767179"/>
            <a:ext cx="7207749" cy="2333044"/>
          </a:xfrm>
          <a:prstGeom prst="rect">
            <a:avLst/>
          </a:prstGeom>
          <a:effectLst/>
        </p:spPr>
        <p:txBody>
          <a:bodyPr vert="horz" lIns="0" tIns="192024" rIns="0" bIns="0" rtlCol="0" anchor="t" anchorCtr="0">
            <a:noAutofit/>
          </a:bodyPr>
          <a:lstStyle/>
          <a:p>
            <a:r>
              <a:rPr lang="en-US"/>
              <a:t>Your title here</a:t>
            </a:r>
          </a:p>
        </p:txBody>
      </p:sp>
      <p:sp>
        <p:nvSpPr>
          <p:cNvPr id="3" name="Текст 2"/>
          <p:cNvSpPr>
            <a:spLocks noGrp="1"/>
          </p:cNvSpPr>
          <p:nvPr>
            <p:ph type="body" idx="1"/>
          </p:nvPr>
        </p:nvSpPr>
        <p:spPr>
          <a:xfrm>
            <a:off x="1597699" y="4693920"/>
            <a:ext cx="7207750" cy="6400800"/>
          </a:xfrm>
          <a:prstGeom prst="rect">
            <a:avLst/>
          </a:prstGeom>
        </p:spPr>
        <p:txBody>
          <a:bodyPr vert="horz" lIns="0" tIns="0" rIns="0" bIns="0" rtlCol="0">
            <a:normAutofit/>
          </a:bodyPr>
          <a:lstStyle/>
          <a:p>
            <a:pPr lvl="0"/>
            <a:r>
              <a:rPr lang="en-US"/>
              <a:t>Write here subtitle</a:t>
            </a:r>
          </a:p>
          <a:p>
            <a:pPr lvl="1"/>
            <a:r>
              <a:rPr lang="en-US"/>
              <a:t>Write here subtitle</a:t>
            </a:r>
          </a:p>
          <a:p>
            <a:pPr lvl="1"/>
            <a:r>
              <a:rPr lang="en-US"/>
              <a:t>Write here subtitle</a:t>
            </a:r>
          </a:p>
          <a:p>
            <a:pPr lvl="2"/>
            <a:r>
              <a:rPr lang="en-US"/>
              <a:t>Write here text</a:t>
            </a:r>
          </a:p>
          <a:p>
            <a:pPr lvl="3"/>
            <a:r>
              <a:rPr lang="en-US"/>
              <a:t>Write here text</a:t>
            </a:r>
          </a:p>
          <a:p>
            <a:pPr lvl="4"/>
            <a:r>
              <a:rPr lang="en-US"/>
              <a:t>Write here text </a:t>
            </a:r>
          </a:p>
        </p:txBody>
      </p:sp>
      <p:sp>
        <p:nvSpPr>
          <p:cNvPr id="26" name="Slide Number Placeholder 24"/>
          <p:cNvSpPr txBox="1">
            <a:spLocks/>
          </p:cNvSpPr>
          <p:nvPr userDrawn="1"/>
        </p:nvSpPr>
        <p:spPr>
          <a:xfrm>
            <a:off x="2" y="11902293"/>
            <a:ext cx="790534" cy="681568"/>
          </a:xfrm>
          <a:prstGeom prst="rect">
            <a:avLst/>
          </a:prstGeom>
        </p:spPr>
        <p:txBody>
          <a:bodyPr vert="horz" lIns="51435" tIns="25718" rIns="51435" bIns="25718"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449" b="1" i="0" smtClean="0">
                <a:solidFill>
                  <a:srgbClr val="919191"/>
                </a:solidFill>
                <a:latin typeface="Arial" panose="020B0604020202020204" pitchFamily="34" charset="0"/>
                <a:ea typeface="Open Sans Semibold" charset="0"/>
                <a:cs typeface="Arial" panose="020B0604020202020204" pitchFamily="34" charset="0"/>
              </a:rPr>
              <a:pPr algn="ctr"/>
              <a:t>‹#›</a:t>
            </a:fld>
            <a:endParaRPr lang="en-US" sz="449" b="1" i="0">
              <a:solidFill>
                <a:srgbClr val="919191"/>
              </a:solidFill>
              <a:latin typeface="Arial" panose="020B0604020202020204" pitchFamily="34" charset="0"/>
              <a:ea typeface="Open Sans Semibold" charset="0"/>
              <a:cs typeface="Arial" panose="020B0604020202020204" pitchFamily="34" charset="0"/>
            </a:endParaRPr>
          </a:p>
        </p:txBody>
      </p:sp>
      <p:sp>
        <p:nvSpPr>
          <p:cNvPr id="4" name="Footer Placeholder 3">
            <a:extLst>
              <a:ext uri="{FF2B5EF4-FFF2-40B4-BE49-F238E27FC236}">
                <a16:creationId xmlns:a16="http://schemas.microsoft.com/office/drawing/2014/main" id="{E51C622C-FC3F-07FC-A4F9-BC54A62BEDE8}"/>
              </a:ext>
            </a:extLst>
          </p:cNvPr>
          <p:cNvSpPr>
            <a:spLocks noGrp="1"/>
          </p:cNvSpPr>
          <p:nvPr>
            <p:ph type="ftr" sz="quarter" idx="3"/>
          </p:nvPr>
        </p:nvSpPr>
        <p:spPr>
          <a:xfrm>
            <a:off x="3180400" y="11865187"/>
            <a:ext cx="3240405" cy="681568"/>
          </a:xfrm>
          <a:prstGeom prst="rect">
            <a:avLst/>
          </a:prstGeom>
        </p:spPr>
        <p:txBody>
          <a:bodyPr vert="horz" lIns="91440" tIns="45720" rIns="91440" bIns="45720" rtlCol="0" anchor="ctr"/>
          <a:lstStyle>
            <a:lvl1pPr algn="ctr">
              <a:defRPr sz="675" b="0" i="0">
                <a:solidFill>
                  <a:schemeClr val="tx1">
                    <a:tint val="75000"/>
                  </a:schemeClr>
                </a:solidFill>
                <a:latin typeface="Arial" panose="020B0604020202020204" pitchFamily="34" charset="0"/>
              </a:defRPr>
            </a:lvl1pPr>
          </a:lstStyle>
          <a:p>
            <a:endParaRPr lang="en-HU"/>
          </a:p>
        </p:txBody>
      </p:sp>
    </p:spTree>
    <p:extLst>
      <p:ext uri="{BB962C8B-B14F-4D97-AF65-F5344CB8AC3E}">
        <p14:creationId xmlns:p14="http://schemas.microsoft.com/office/powerpoint/2010/main" val="3483508836"/>
      </p:ext>
    </p:extLst>
  </p:cSld>
  <p:clrMap bg1="dk1" tx1="lt1" bg2="dk2" tx2="lt2" accent1="accent1" accent2="accent2" accent3="accent3" accent4="accent4" accent5="accent5" accent6="accent6" hlink="hlink" folHlink="folHlink"/>
  <p:sldLayoutIdLst>
    <p:sldLayoutId id="2147484469" r:id="rId1"/>
  </p:sldLayoutIdLst>
  <p:hf hdr="0" ftr="0" dt="0"/>
  <p:txStyles>
    <p:titleStyle>
      <a:lvl1pPr algn="l" defTabSz="514314" rtl="0" eaLnBrk="1" latinLnBrk="0" hangingPunct="1">
        <a:lnSpc>
          <a:spcPct val="80000"/>
        </a:lnSpc>
        <a:spcBef>
          <a:spcPct val="0"/>
        </a:spcBef>
        <a:buNone/>
        <a:defRPr sz="2024" b="1" i="0" kern="1200" spc="-56" baseline="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0" indent="0" algn="l" defTabSz="514314" rtl="0" eaLnBrk="1" latinLnBrk="0" hangingPunct="1">
        <a:lnSpc>
          <a:spcPct val="150000"/>
        </a:lnSpc>
        <a:spcBef>
          <a:spcPts val="563"/>
        </a:spcBef>
        <a:buFont typeface="Arial" panose="020B0604020202020204" pitchFamily="34" charset="0"/>
        <a:buNone/>
        <a:defRPr sz="1575" b="0" i="0" kern="1200">
          <a:solidFill>
            <a:schemeClr val="tx1"/>
          </a:solidFill>
          <a:latin typeface="Arial" panose="020B0604020202020204" pitchFamily="34" charset="0"/>
          <a:ea typeface="+mn-ea"/>
          <a:cs typeface="+mn-cs"/>
        </a:defRPr>
      </a:lvl1pPr>
      <a:lvl2pPr marL="0" indent="0" algn="l" defTabSz="514314" rtl="0" eaLnBrk="1" latinLnBrk="0" hangingPunct="1">
        <a:lnSpc>
          <a:spcPct val="150000"/>
        </a:lnSpc>
        <a:spcBef>
          <a:spcPts val="281"/>
        </a:spcBef>
        <a:buFont typeface="Arial" panose="020B0604020202020204" pitchFamily="34" charset="0"/>
        <a:buNone/>
        <a:defRPr sz="1014" b="0" i="0" kern="1200">
          <a:solidFill>
            <a:schemeClr val="tx1"/>
          </a:solidFill>
          <a:latin typeface="Arial" panose="020B0604020202020204" pitchFamily="34" charset="0"/>
          <a:ea typeface="+mn-ea"/>
          <a:cs typeface="+mn-cs"/>
        </a:defRPr>
      </a:lvl2pPr>
      <a:lvl3pPr marL="0" indent="0" algn="l" defTabSz="514314" rtl="0" eaLnBrk="1" latinLnBrk="0" hangingPunct="1">
        <a:lnSpc>
          <a:spcPct val="150000"/>
        </a:lnSpc>
        <a:spcBef>
          <a:spcPts val="281"/>
        </a:spcBef>
        <a:buFont typeface="Arial" panose="020B0604020202020204" pitchFamily="34" charset="0"/>
        <a:buNone/>
        <a:defRPr sz="675" b="0" i="0" kern="1200">
          <a:solidFill>
            <a:schemeClr val="tx1"/>
          </a:solidFill>
          <a:latin typeface="Arial" panose="020B0604020202020204" pitchFamily="34" charset="0"/>
          <a:ea typeface="+mn-ea"/>
          <a:cs typeface="+mn-cs"/>
        </a:defRPr>
      </a:lvl3pPr>
      <a:lvl4pPr marL="0" indent="0" algn="l" defTabSz="514314" rtl="0" eaLnBrk="1" latinLnBrk="0" hangingPunct="1">
        <a:lnSpc>
          <a:spcPct val="150000"/>
        </a:lnSpc>
        <a:spcBef>
          <a:spcPts val="281"/>
        </a:spcBef>
        <a:buFont typeface="Arial" panose="020B0604020202020204" pitchFamily="34" charset="0"/>
        <a:buNone/>
        <a:defRPr sz="563" b="0" i="0" kern="1200">
          <a:solidFill>
            <a:schemeClr val="tx1">
              <a:alpha val="70000"/>
            </a:schemeClr>
          </a:solidFill>
          <a:latin typeface="Arial" panose="020B0604020202020204" pitchFamily="34" charset="0"/>
          <a:ea typeface="+mn-ea"/>
          <a:cs typeface="+mn-cs"/>
        </a:defRPr>
      </a:lvl4pPr>
      <a:lvl5pPr marL="0" indent="0" algn="l" defTabSz="514314" rtl="0" eaLnBrk="1" latinLnBrk="0" hangingPunct="1">
        <a:lnSpc>
          <a:spcPct val="150000"/>
        </a:lnSpc>
        <a:spcBef>
          <a:spcPts val="281"/>
        </a:spcBef>
        <a:buFont typeface="Arial" panose="020B0604020202020204" pitchFamily="34" charset="0"/>
        <a:buNone/>
        <a:defRPr sz="563" b="0" i="0" kern="1200" baseline="0">
          <a:solidFill>
            <a:schemeClr val="tx1">
              <a:alpha val="50000"/>
            </a:schemeClr>
          </a:solidFill>
          <a:latin typeface="Arial" panose="020B0604020202020204" pitchFamily="34" charset="0"/>
          <a:ea typeface="+mn-ea"/>
          <a:cs typeface="+mn-cs"/>
        </a:defRPr>
      </a:lvl5pPr>
      <a:lvl6pPr marL="1414363"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6pPr>
      <a:lvl7pPr marL="1671522"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7pPr>
      <a:lvl8pPr marL="1928678"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8pPr>
      <a:lvl9pPr marL="2185835"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9pPr>
    </p:bodyStyle>
    <p:otherStyle>
      <a:defPPr>
        <a:defRPr lang="en-US"/>
      </a:defPPr>
      <a:lvl1pPr marL="0" algn="l" defTabSz="514314" rtl="0" eaLnBrk="1" latinLnBrk="0" hangingPunct="1">
        <a:defRPr sz="1014" kern="1200">
          <a:solidFill>
            <a:schemeClr val="tx1"/>
          </a:solidFill>
          <a:latin typeface="+mn-lt"/>
          <a:ea typeface="+mn-ea"/>
          <a:cs typeface="+mn-cs"/>
        </a:defRPr>
      </a:lvl1pPr>
      <a:lvl2pPr marL="257158" algn="l" defTabSz="514314" rtl="0" eaLnBrk="1" latinLnBrk="0" hangingPunct="1">
        <a:defRPr sz="1014" kern="1200">
          <a:solidFill>
            <a:schemeClr val="tx1"/>
          </a:solidFill>
          <a:latin typeface="+mn-lt"/>
          <a:ea typeface="+mn-ea"/>
          <a:cs typeface="+mn-cs"/>
        </a:defRPr>
      </a:lvl2pPr>
      <a:lvl3pPr marL="514314" algn="l" defTabSz="514314" rtl="0" eaLnBrk="1" latinLnBrk="0" hangingPunct="1">
        <a:defRPr sz="1014" kern="1200">
          <a:solidFill>
            <a:schemeClr val="tx1"/>
          </a:solidFill>
          <a:latin typeface="+mn-lt"/>
          <a:ea typeface="+mn-ea"/>
          <a:cs typeface="+mn-cs"/>
        </a:defRPr>
      </a:lvl3pPr>
      <a:lvl4pPr marL="771471" algn="l" defTabSz="514314" rtl="0" eaLnBrk="1" latinLnBrk="0" hangingPunct="1">
        <a:defRPr sz="1014" kern="1200">
          <a:solidFill>
            <a:schemeClr val="tx1"/>
          </a:solidFill>
          <a:latin typeface="+mn-lt"/>
          <a:ea typeface="+mn-ea"/>
          <a:cs typeface="+mn-cs"/>
        </a:defRPr>
      </a:lvl4pPr>
      <a:lvl5pPr marL="1028629" algn="l" defTabSz="514314" rtl="0" eaLnBrk="1" latinLnBrk="0" hangingPunct="1">
        <a:defRPr sz="1014" kern="1200">
          <a:solidFill>
            <a:schemeClr val="tx1"/>
          </a:solidFill>
          <a:latin typeface="+mn-lt"/>
          <a:ea typeface="+mn-ea"/>
          <a:cs typeface="+mn-cs"/>
        </a:defRPr>
      </a:lvl5pPr>
      <a:lvl6pPr marL="1285785" algn="l" defTabSz="514314" rtl="0" eaLnBrk="1" latinLnBrk="0" hangingPunct="1">
        <a:defRPr sz="1014" kern="1200">
          <a:solidFill>
            <a:schemeClr val="tx1"/>
          </a:solidFill>
          <a:latin typeface="+mn-lt"/>
          <a:ea typeface="+mn-ea"/>
          <a:cs typeface="+mn-cs"/>
        </a:defRPr>
      </a:lvl6pPr>
      <a:lvl7pPr marL="1542941" algn="l" defTabSz="514314" rtl="0" eaLnBrk="1" latinLnBrk="0" hangingPunct="1">
        <a:defRPr sz="1014" kern="1200">
          <a:solidFill>
            <a:schemeClr val="tx1"/>
          </a:solidFill>
          <a:latin typeface="+mn-lt"/>
          <a:ea typeface="+mn-ea"/>
          <a:cs typeface="+mn-cs"/>
        </a:defRPr>
      </a:lvl7pPr>
      <a:lvl8pPr marL="1800099" algn="l" defTabSz="514314" rtl="0" eaLnBrk="1" latinLnBrk="0" hangingPunct="1">
        <a:defRPr sz="1014" kern="1200">
          <a:solidFill>
            <a:schemeClr val="tx1"/>
          </a:solidFill>
          <a:latin typeface="+mn-lt"/>
          <a:ea typeface="+mn-ea"/>
          <a:cs typeface="+mn-cs"/>
        </a:defRPr>
      </a:lvl8pPr>
      <a:lvl9pPr marL="2057257" algn="l" defTabSz="514314" rtl="0" eaLnBrk="1" latinLnBrk="0" hangingPunct="1">
        <a:defRPr sz="1014"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024" userDrawn="1">
          <p15:clr>
            <a:srgbClr val="F26B43"/>
          </p15:clr>
        </p15:guide>
        <p15:guide id="1" orient="horz" pos="4032" userDrawn="1">
          <p15:clr>
            <a:srgbClr val="F26B43"/>
          </p15:clr>
        </p15:guide>
        <p15:guide id="14" orient="horz" pos="645" userDrawn="1">
          <p15:clr>
            <a:srgbClr val="F26B43"/>
          </p15:clr>
        </p15:guide>
        <p15:guide id="27" orient="horz" pos="7377" userDrawn="1">
          <p15:clr>
            <a:srgbClr val="F26B43"/>
          </p15:clr>
        </p15:guide>
        <p15:guide id="28" pos="505" userDrawn="1">
          <p15:clr>
            <a:srgbClr val="F26B43"/>
          </p15:clr>
        </p15:guide>
        <p15:guide id="29" pos="5543" userDrawn="1">
          <p15:clr>
            <a:srgbClr val="F26B43"/>
          </p15:clr>
        </p15:guide>
        <p15:guide id="44" userDrawn="1">
          <p15:clr>
            <a:srgbClr val="F26B43"/>
          </p15:clr>
        </p15:guide>
        <p15:guide id="45" pos="6048" userDrawn="1">
          <p15:clr>
            <a:srgbClr val="F26B43"/>
          </p15:clr>
        </p15:guide>
        <p15:guide id="46" orient="horz" userDrawn="1">
          <p15:clr>
            <a:srgbClr val="F26B43"/>
          </p15:clr>
        </p15:guide>
        <p15:guide id="47" orient="horz" pos="8064" userDrawn="1">
          <p15:clr>
            <a:srgbClr val="F26B43"/>
          </p15:clr>
        </p15:guide>
        <p15:guide id="48" pos="1005" userDrawn="1">
          <p15:clr>
            <a:srgbClr val="F26B43"/>
          </p15:clr>
        </p15:guide>
        <p15:guide id="51" orient="horz" pos="1323" userDrawn="1">
          <p15:clr>
            <a:srgbClr val="F26B43"/>
          </p15:clr>
        </p15:guide>
        <p15:guide id="52" pos="1506"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0030" y="341774"/>
            <a:ext cx="4320540" cy="1422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40030" y="1991362"/>
            <a:ext cx="4320540" cy="56323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40030" y="7910128"/>
            <a:ext cx="1120140" cy="454378"/>
          </a:xfrm>
          <a:prstGeom prst="rect">
            <a:avLst/>
          </a:prstGeom>
        </p:spPr>
        <p:txBody>
          <a:bodyPr vert="horz" lIns="91440" tIns="45720" rIns="91440" bIns="45720" rtlCol="0" anchor="ctr"/>
          <a:lstStyle>
            <a:lvl1pPr algn="l">
              <a:defRPr sz="449">
                <a:solidFill>
                  <a:schemeClr val="tx1">
                    <a:tint val="75000"/>
                  </a:schemeClr>
                </a:solidFill>
              </a:defRPr>
            </a:lvl1pPr>
          </a:lstStyle>
          <a:p>
            <a:fld id="{1D8BD707-D9CF-40AE-B4C6-C98DA3205C09}" type="datetimeFigureOut">
              <a:rPr lang="en-US" smtClean="0"/>
              <a:pPr/>
              <a:t>11/3/2025</a:t>
            </a:fld>
            <a:endParaRPr lang="en-US"/>
          </a:p>
        </p:txBody>
      </p:sp>
      <p:sp>
        <p:nvSpPr>
          <p:cNvPr id="5" name="Footer Placeholder 4"/>
          <p:cNvSpPr>
            <a:spLocks noGrp="1"/>
          </p:cNvSpPr>
          <p:nvPr>
            <p:ph type="ftr" sz="quarter" idx="3"/>
          </p:nvPr>
        </p:nvSpPr>
        <p:spPr>
          <a:xfrm>
            <a:off x="1640205" y="7910128"/>
            <a:ext cx="1520190" cy="454378"/>
          </a:xfrm>
          <a:prstGeom prst="rect">
            <a:avLst/>
          </a:prstGeom>
        </p:spPr>
        <p:txBody>
          <a:bodyPr vert="horz" lIns="91440" tIns="45720" rIns="91440" bIns="45720" rtlCol="0" anchor="ctr"/>
          <a:lstStyle>
            <a:lvl1pPr algn="ctr">
              <a:defRPr sz="44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440430" y="7910128"/>
            <a:ext cx="1120140" cy="454378"/>
          </a:xfrm>
          <a:prstGeom prst="rect">
            <a:avLst/>
          </a:prstGeom>
        </p:spPr>
        <p:txBody>
          <a:bodyPr vert="horz" lIns="91440" tIns="45720" rIns="91440" bIns="45720" rtlCol="0" anchor="ctr"/>
          <a:lstStyle>
            <a:lvl1pPr algn="r">
              <a:defRPr sz="449">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107450224"/>
      </p:ext>
    </p:extLst>
  </p:cSld>
  <p:clrMap bg1="lt1" tx1="dk1" bg2="lt2" tx2="dk2" accent1="accent1" accent2="accent2" accent3="accent3" accent4="accent4" accent5="accent5" accent6="accent6" hlink="hlink" folHlink="folHlink"/>
  <p:sldLayoutIdLst>
    <p:sldLayoutId id="2147484391" r:id="rId1"/>
    <p:sldLayoutId id="2147484392" r:id="rId2"/>
    <p:sldLayoutId id="2147484393" r:id="rId3"/>
    <p:sldLayoutId id="2147484394" r:id="rId4"/>
    <p:sldLayoutId id="2147484395" r:id="rId5"/>
    <p:sldLayoutId id="2147484396" r:id="rId6"/>
    <p:sldLayoutId id="2147484397" r:id="rId7"/>
    <p:sldLayoutId id="2147484398" r:id="rId8"/>
    <p:sldLayoutId id="2147484399" r:id="rId9"/>
    <p:sldLayoutId id="2147484400" r:id="rId10"/>
    <p:sldLayoutId id="2147484401" r:id="rId11"/>
  </p:sldLayoutIdLst>
  <p:txStyles>
    <p:titleStyle>
      <a:lvl1pPr algn="ctr" defTabSz="342924" rtl="0" eaLnBrk="1" latinLnBrk="0" hangingPunct="1">
        <a:spcBef>
          <a:spcPct val="0"/>
        </a:spcBef>
        <a:buNone/>
        <a:defRPr sz="1651" kern="1200">
          <a:solidFill>
            <a:schemeClr val="tx1"/>
          </a:solidFill>
          <a:latin typeface="+mj-lt"/>
          <a:ea typeface="+mj-ea"/>
          <a:cs typeface="+mj-cs"/>
        </a:defRPr>
      </a:lvl1pPr>
    </p:titleStyle>
    <p:bodyStyle>
      <a:lvl1pPr marL="128597" indent="-128597" algn="l" defTabSz="342924" rtl="0" eaLnBrk="1" latinLnBrk="0" hangingPunct="1">
        <a:spcBef>
          <a:spcPct val="20000"/>
        </a:spcBef>
        <a:buFont typeface="Arial" pitchFamily="34" charset="0"/>
        <a:buChar char="•"/>
        <a:defRPr sz="1200" kern="1200">
          <a:solidFill>
            <a:schemeClr val="tx1"/>
          </a:solidFill>
          <a:latin typeface="+mn-lt"/>
          <a:ea typeface="+mn-ea"/>
          <a:cs typeface="+mn-cs"/>
        </a:defRPr>
      </a:lvl1pPr>
      <a:lvl2pPr marL="278625" indent="-107164" algn="l" defTabSz="342924" rtl="0" eaLnBrk="1" latinLnBrk="0" hangingPunct="1">
        <a:spcBef>
          <a:spcPct val="20000"/>
        </a:spcBef>
        <a:buFont typeface="Arial" pitchFamily="34" charset="0"/>
        <a:buChar char="–"/>
        <a:defRPr sz="1050" kern="1200">
          <a:solidFill>
            <a:schemeClr val="tx1"/>
          </a:solidFill>
          <a:latin typeface="+mn-lt"/>
          <a:ea typeface="+mn-ea"/>
          <a:cs typeface="+mn-cs"/>
        </a:defRPr>
      </a:lvl2pPr>
      <a:lvl3pPr marL="428655" indent="-85732" algn="l" defTabSz="342924" rtl="0" eaLnBrk="1" latinLnBrk="0" hangingPunct="1">
        <a:spcBef>
          <a:spcPct val="20000"/>
        </a:spcBef>
        <a:buFont typeface="Arial" pitchFamily="34" charset="0"/>
        <a:buChar char="•"/>
        <a:defRPr sz="900" kern="1200">
          <a:solidFill>
            <a:schemeClr val="tx1"/>
          </a:solidFill>
          <a:latin typeface="+mn-lt"/>
          <a:ea typeface="+mn-ea"/>
          <a:cs typeface="+mn-cs"/>
        </a:defRPr>
      </a:lvl3pPr>
      <a:lvl4pPr marL="600117" indent="-85732" algn="l" defTabSz="342924" rtl="0" eaLnBrk="1" latinLnBrk="0" hangingPunct="1">
        <a:spcBef>
          <a:spcPct val="20000"/>
        </a:spcBef>
        <a:buFont typeface="Arial" pitchFamily="34" charset="0"/>
        <a:buChar char="–"/>
        <a:defRPr sz="750" kern="1200">
          <a:solidFill>
            <a:schemeClr val="tx1"/>
          </a:solidFill>
          <a:latin typeface="+mn-lt"/>
          <a:ea typeface="+mn-ea"/>
          <a:cs typeface="+mn-cs"/>
        </a:defRPr>
      </a:lvl4pPr>
      <a:lvl5pPr marL="771579" indent="-85732" algn="l" defTabSz="342924" rtl="0" eaLnBrk="1" latinLnBrk="0" hangingPunct="1">
        <a:spcBef>
          <a:spcPct val="20000"/>
        </a:spcBef>
        <a:buFont typeface="Arial" pitchFamily="34" charset="0"/>
        <a:buChar char="»"/>
        <a:defRPr sz="750" kern="1200">
          <a:solidFill>
            <a:schemeClr val="tx1"/>
          </a:solidFill>
          <a:latin typeface="+mn-lt"/>
          <a:ea typeface="+mn-ea"/>
          <a:cs typeface="+mn-cs"/>
        </a:defRPr>
      </a:lvl5pPr>
      <a:lvl6pPr marL="943041" indent="-85732" algn="l" defTabSz="342924" rtl="0" eaLnBrk="1" latinLnBrk="0" hangingPunct="1">
        <a:spcBef>
          <a:spcPct val="20000"/>
        </a:spcBef>
        <a:buFont typeface="Arial" pitchFamily="34" charset="0"/>
        <a:buChar char="•"/>
        <a:defRPr sz="750" kern="1200">
          <a:solidFill>
            <a:schemeClr val="tx1"/>
          </a:solidFill>
          <a:latin typeface="+mn-lt"/>
          <a:ea typeface="+mn-ea"/>
          <a:cs typeface="+mn-cs"/>
        </a:defRPr>
      </a:lvl6pPr>
      <a:lvl7pPr marL="1114504" indent="-85732" algn="l" defTabSz="342924" rtl="0" eaLnBrk="1" latinLnBrk="0" hangingPunct="1">
        <a:spcBef>
          <a:spcPct val="20000"/>
        </a:spcBef>
        <a:buFont typeface="Arial" pitchFamily="34" charset="0"/>
        <a:buChar char="•"/>
        <a:defRPr sz="750" kern="1200">
          <a:solidFill>
            <a:schemeClr val="tx1"/>
          </a:solidFill>
          <a:latin typeface="+mn-lt"/>
          <a:ea typeface="+mn-ea"/>
          <a:cs typeface="+mn-cs"/>
        </a:defRPr>
      </a:lvl7pPr>
      <a:lvl8pPr marL="1285964" indent="-85732" algn="l" defTabSz="342924" rtl="0" eaLnBrk="1" latinLnBrk="0" hangingPunct="1">
        <a:spcBef>
          <a:spcPct val="20000"/>
        </a:spcBef>
        <a:buFont typeface="Arial" pitchFamily="34" charset="0"/>
        <a:buChar char="•"/>
        <a:defRPr sz="750" kern="1200">
          <a:solidFill>
            <a:schemeClr val="tx1"/>
          </a:solidFill>
          <a:latin typeface="+mn-lt"/>
          <a:ea typeface="+mn-ea"/>
          <a:cs typeface="+mn-cs"/>
        </a:defRPr>
      </a:lvl8pPr>
      <a:lvl9pPr marL="1457427" indent="-85732" algn="l" defTabSz="342924" rtl="0" eaLnBrk="1" latinLnBrk="0" hangingPunct="1">
        <a:spcBef>
          <a:spcPct val="20000"/>
        </a:spcBef>
        <a:buFont typeface="Arial" pitchFamily="34" charset="0"/>
        <a:buChar char="•"/>
        <a:defRPr sz="750" kern="1200">
          <a:solidFill>
            <a:schemeClr val="tx1"/>
          </a:solidFill>
          <a:latin typeface="+mn-lt"/>
          <a:ea typeface="+mn-ea"/>
          <a:cs typeface="+mn-cs"/>
        </a:defRPr>
      </a:lvl9pPr>
    </p:bodyStyle>
    <p:otherStyle>
      <a:defPPr>
        <a:defRPr lang="en-US"/>
      </a:defPPr>
      <a:lvl1pPr marL="0" algn="l" defTabSz="342924" rtl="0" eaLnBrk="1" latinLnBrk="0" hangingPunct="1">
        <a:defRPr sz="675" kern="1200">
          <a:solidFill>
            <a:schemeClr val="tx1"/>
          </a:solidFill>
          <a:latin typeface="+mn-lt"/>
          <a:ea typeface="+mn-ea"/>
          <a:cs typeface="+mn-cs"/>
        </a:defRPr>
      </a:lvl1pPr>
      <a:lvl2pPr marL="171461" algn="l" defTabSz="342924" rtl="0" eaLnBrk="1" latinLnBrk="0" hangingPunct="1">
        <a:defRPr sz="675" kern="1200">
          <a:solidFill>
            <a:schemeClr val="tx1"/>
          </a:solidFill>
          <a:latin typeface="+mn-lt"/>
          <a:ea typeface="+mn-ea"/>
          <a:cs typeface="+mn-cs"/>
        </a:defRPr>
      </a:lvl2pPr>
      <a:lvl3pPr marL="342924" algn="l" defTabSz="342924" rtl="0" eaLnBrk="1" latinLnBrk="0" hangingPunct="1">
        <a:defRPr sz="675" kern="1200">
          <a:solidFill>
            <a:schemeClr val="tx1"/>
          </a:solidFill>
          <a:latin typeface="+mn-lt"/>
          <a:ea typeface="+mn-ea"/>
          <a:cs typeface="+mn-cs"/>
        </a:defRPr>
      </a:lvl3pPr>
      <a:lvl4pPr marL="514387" algn="l" defTabSz="342924" rtl="0" eaLnBrk="1" latinLnBrk="0" hangingPunct="1">
        <a:defRPr sz="675" kern="1200">
          <a:solidFill>
            <a:schemeClr val="tx1"/>
          </a:solidFill>
          <a:latin typeface="+mn-lt"/>
          <a:ea typeface="+mn-ea"/>
          <a:cs typeface="+mn-cs"/>
        </a:defRPr>
      </a:lvl4pPr>
      <a:lvl5pPr marL="685847" algn="l" defTabSz="342924" rtl="0" eaLnBrk="1" latinLnBrk="0" hangingPunct="1">
        <a:defRPr sz="675" kern="1200">
          <a:solidFill>
            <a:schemeClr val="tx1"/>
          </a:solidFill>
          <a:latin typeface="+mn-lt"/>
          <a:ea typeface="+mn-ea"/>
          <a:cs typeface="+mn-cs"/>
        </a:defRPr>
      </a:lvl5pPr>
      <a:lvl6pPr marL="857310" algn="l" defTabSz="342924" rtl="0" eaLnBrk="1" latinLnBrk="0" hangingPunct="1">
        <a:defRPr sz="675" kern="1200">
          <a:solidFill>
            <a:schemeClr val="tx1"/>
          </a:solidFill>
          <a:latin typeface="+mn-lt"/>
          <a:ea typeface="+mn-ea"/>
          <a:cs typeface="+mn-cs"/>
        </a:defRPr>
      </a:lvl6pPr>
      <a:lvl7pPr marL="1028772" algn="l" defTabSz="342924" rtl="0" eaLnBrk="1" latinLnBrk="0" hangingPunct="1">
        <a:defRPr sz="675" kern="1200">
          <a:solidFill>
            <a:schemeClr val="tx1"/>
          </a:solidFill>
          <a:latin typeface="+mn-lt"/>
          <a:ea typeface="+mn-ea"/>
          <a:cs typeface="+mn-cs"/>
        </a:defRPr>
      </a:lvl7pPr>
      <a:lvl8pPr marL="1200234" algn="l" defTabSz="342924" rtl="0" eaLnBrk="1" latinLnBrk="0" hangingPunct="1">
        <a:defRPr sz="675" kern="1200">
          <a:solidFill>
            <a:schemeClr val="tx1"/>
          </a:solidFill>
          <a:latin typeface="+mn-lt"/>
          <a:ea typeface="+mn-ea"/>
          <a:cs typeface="+mn-cs"/>
        </a:defRPr>
      </a:lvl8pPr>
      <a:lvl9pPr marL="1371696" algn="l" defTabSz="342924" rtl="0" eaLnBrk="1" latinLnBrk="0" hangingPunct="1">
        <a:defRPr sz="67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97701" y="1767179"/>
            <a:ext cx="7207749" cy="2333044"/>
          </a:xfrm>
          <a:prstGeom prst="rect">
            <a:avLst/>
          </a:prstGeom>
          <a:effectLst/>
        </p:spPr>
        <p:txBody>
          <a:bodyPr vert="horz" lIns="0" tIns="192024" rIns="0" bIns="0" rtlCol="0" anchor="t" anchorCtr="0">
            <a:noAutofit/>
          </a:bodyPr>
          <a:lstStyle/>
          <a:p>
            <a:r>
              <a:rPr lang="en-US"/>
              <a:t>Your title here</a:t>
            </a:r>
          </a:p>
        </p:txBody>
      </p:sp>
      <p:sp>
        <p:nvSpPr>
          <p:cNvPr id="3" name="Текст 2"/>
          <p:cNvSpPr>
            <a:spLocks noGrp="1"/>
          </p:cNvSpPr>
          <p:nvPr>
            <p:ph type="body" idx="1"/>
          </p:nvPr>
        </p:nvSpPr>
        <p:spPr>
          <a:xfrm>
            <a:off x="1597699" y="4693920"/>
            <a:ext cx="7207750" cy="6400800"/>
          </a:xfrm>
          <a:prstGeom prst="rect">
            <a:avLst/>
          </a:prstGeom>
        </p:spPr>
        <p:txBody>
          <a:bodyPr vert="horz" lIns="0" tIns="0" rIns="0" bIns="0" rtlCol="0">
            <a:normAutofit/>
          </a:bodyPr>
          <a:lstStyle/>
          <a:p>
            <a:pPr lvl="0"/>
            <a:r>
              <a:rPr lang="en-US"/>
              <a:t>Write here subtitle</a:t>
            </a:r>
          </a:p>
          <a:p>
            <a:pPr lvl="1"/>
            <a:r>
              <a:rPr lang="en-US"/>
              <a:t>Write here subtitle</a:t>
            </a:r>
          </a:p>
          <a:p>
            <a:pPr lvl="1"/>
            <a:r>
              <a:rPr lang="en-US"/>
              <a:t>Write here subtitle</a:t>
            </a:r>
          </a:p>
          <a:p>
            <a:pPr lvl="2"/>
            <a:r>
              <a:rPr lang="en-US"/>
              <a:t>Write here text</a:t>
            </a:r>
          </a:p>
          <a:p>
            <a:pPr lvl="3"/>
            <a:r>
              <a:rPr lang="en-US"/>
              <a:t>Write here text</a:t>
            </a:r>
          </a:p>
          <a:p>
            <a:pPr lvl="4"/>
            <a:r>
              <a:rPr lang="en-US"/>
              <a:t>Write here text </a:t>
            </a:r>
          </a:p>
        </p:txBody>
      </p:sp>
      <p:sp>
        <p:nvSpPr>
          <p:cNvPr id="26" name="Slide Number Placeholder 24"/>
          <p:cNvSpPr txBox="1">
            <a:spLocks/>
          </p:cNvSpPr>
          <p:nvPr userDrawn="1"/>
        </p:nvSpPr>
        <p:spPr>
          <a:xfrm>
            <a:off x="2" y="11902293"/>
            <a:ext cx="790534" cy="681568"/>
          </a:xfrm>
          <a:prstGeom prst="rect">
            <a:avLst/>
          </a:prstGeom>
        </p:spPr>
        <p:txBody>
          <a:bodyPr vert="horz" lIns="51435" tIns="25718" rIns="51435" bIns="25718"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449" b="1" i="0" smtClean="0">
                <a:solidFill>
                  <a:srgbClr val="919191"/>
                </a:solidFill>
                <a:latin typeface="Arial" panose="020B0604020202020204" pitchFamily="34" charset="0"/>
                <a:ea typeface="Open Sans Semibold" charset="0"/>
                <a:cs typeface="Arial" panose="020B0604020202020204" pitchFamily="34" charset="0"/>
              </a:rPr>
              <a:pPr algn="ctr"/>
              <a:t>‹#›</a:t>
            </a:fld>
            <a:endParaRPr lang="en-US" sz="449" b="1" i="0">
              <a:solidFill>
                <a:srgbClr val="919191"/>
              </a:solidFill>
              <a:latin typeface="Arial" panose="020B0604020202020204" pitchFamily="34" charset="0"/>
              <a:ea typeface="Open Sans Semibold" charset="0"/>
              <a:cs typeface="Arial" panose="020B0604020202020204" pitchFamily="34" charset="0"/>
            </a:endParaRPr>
          </a:p>
        </p:txBody>
      </p:sp>
      <p:sp>
        <p:nvSpPr>
          <p:cNvPr id="4" name="Footer Placeholder 3">
            <a:extLst>
              <a:ext uri="{FF2B5EF4-FFF2-40B4-BE49-F238E27FC236}">
                <a16:creationId xmlns:a16="http://schemas.microsoft.com/office/drawing/2014/main" id="{E51C622C-FC3F-07FC-A4F9-BC54A62BEDE8}"/>
              </a:ext>
            </a:extLst>
          </p:cNvPr>
          <p:cNvSpPr>
            <a:spLocks noGrp="1"/>
          </p:cNvSpPr>
          <p:nvPr>
            <p:ph type="ftr" sz="quarter" idx="3"/>
          </p:nvPr>
        </p:nvSpPr>
        <p:spPr>
          <a:xfrm>
            <a:off x="3180400" y="11865187"/>
            <a:ext cx="3240405" cy="681568"/>
          </a:xfrm>
          <a:prstGeom prst="rect">
            <a:avLst/>
          </a:prstGeom>
        </p:spPr>
        <p:txBody>
          <a:bodyPr vert="horz" lIns="91440" tIns="45720" rIns="91440" bIns="45720" rtlCol="0" anchor="ctr"/>
          <a:lstStyle>
            <a:lvl1pPr algn="ctr">
              <a:defRPr sz="675" b="0" i="0">
                <a:solidFill>
                  <a:schemeClr val="tx1">
                    <a:tint val="75000"/>
                  </a:schemeClr>
                </a:solidFill>
                <a:latin typeface="Arial" panose="020B0604020202020204" pitchFamily="34" charset="0"/>
              </a:defRPr>
            </a:lvl1pPr>
          </a:lstStyle>
          <a:p>
            <a:endParaRPr lang="en-HU"/>
          </a:p>
        </p:txBody>
      </p:sp>
    </p:spTree>
    <p:extLst>
      <p:ext uri="{BB962C8B-B14F-4D97-AF65-F5344CB8AC3E}">
        <p14:creationId xmlns:p14="http://schemas.microsoft.com/office/powerpoint/2010/main" val="593290254"/>
      </p:ext>
    </p:extLst>
  </p:cSld>
  <p:clrMap bg1="dk1" tx1="lt1" bg2="dk2" tx2="lt2" accent1="accent1" accent2="accent2" accent3="accent3" accent4="accent4" accent5="accent5" accent6="accent6" hlink="hlink" folHlink="folHlink"/>
  <p:sldLayoutIdLst>
    <p:sldLayoutId id="2147484415" r:id="rId1"/>
    <p:sldLayoutId id="2147484416" r:id="rId2"/>
    <p:sldLayoutId id="2147484417" r:id="rId3"/>
    <p:sldLayoutId id="2147484418" r:id="rId4"/>
    <p:sldLayoutId id="2147484419" r:id="rId5"/>
    <p:sldLayoutId id="2147484420" r:id="rId6"/>
    <p:sldLayoutId id="2147484421" r:id="rId7"/>
    <p:sldLayoutId id="2147484422" r:id="rId8"/>
    <p:sldLayoutId id="2147484423" r:id="rId9"/>
    <p:sldLayoutId id="2147484424" r:id="rId10"/>
    <p:sldLayoutId id="2147484425" r:id="rId11"/>
    <p:sldLayoutId id="2147484426" r:id="rId12"/>
    <p:sldLayoutId id="2147484427" r:id="rId13"/>
    <p:sldLayoutId id="2147484428" r:id="rId14"/>
    <p:sldLayoutId id="2147484429" r:id="rId15"/>
    <p:sldLayoutId id="2147484430" r:id="rId16"/>
    <p:sldLayoutId id="2147484431" r:id="rId17"/>
    <p:sldLayoutId id="2147484432" r:id="rId18"/>
    <p:sldLayoutId id="2147484433" r:id="rId19"/>
    <p:sldLayoutId id="2147484434" r:id="rId20"/>
    <p:sldLayoutId id="2147484435" r:id="rId21"/>
    <p:sldLayoutId id="2147484436" r:id="rId22"/>
    <p:sldLayoutId id="2147484437" r:id="rId23"/>
    <p:sldLayoutId id="2147484438" r:id="rId24"/>
    <p:sldLayoutId id="2147484439" r:id="rId25"/>
    <p:sldLayoutId id="2147484440" r:id="rId26"/>
    <p:sldLayoutId id="2147484441" r:id="rId27"/>
    <p:sldLayoutId id="2147484442" r:id="rId28"/>
    <p:sldLayoutId id="2147484443" r:id="rId29"/>
    <p:sldLayoutId id="2147484444" r:id="rId30"/>
    <p:sldLayoutId id="2147484445" r:id="rId31"/>
    <p:sldLayoutId id="2147484446" r:id="rId32"/>
    <p:sldLayoutId id="2147484447" r:id="rId33"/>
    <p:sldLayoutId id="2147484448" r:id="rId34"/>
    <p:sldLayoutId id="2147484449" r:id="rId35"/>
    <p:sldLayoutId id="2147484450" r:id="rId36"/>
    <p:sldLayoutId id="2147484451" r:id="rId37"/>
    <p:sldLayoutId id="2147484452" r:id="rId38"/>
    <p:sldLayoutId id="2147484453" r:id="rId39"/>
    <p:sldLayoutId id="2147484454" r:id="rId40"/>
    <p:sldLayoutId id="2147484455" r:id="rId41"/>
    <p:sldLayoutId id="2147484456" r:id="rId42"/>
    <p:sldLayoutId id="2147484457" r:id="rId43"/>
    <p:sldLayoutId id="2147484458" r:id="rId44"/>
    <p:sldLayoutId id="2147484460" r:id="rId45"/>
    <p:sldLayoutId id="2147484461" r:id="rId46"/>
    <p:sldLayoutId id="2147484462" r:id="rId47"/>
    <p:sldLayoutId id="2147484463" r:id="rId48"/>
    <p:sldLayoutId id="2147484464" r:id="rId49"/>
    <p:sldLayoutId id="2147484465" r:id="rId50"/>
    <p:sldLayoutId id="2147484466" r:id="rId51"/>
    <p:sldLayoutId id="2147484467" r:id="rId52"/>
    <p:sldLayoutId id="2147484468" r:id="rId53"/>
  </p:sldLayoutIdLst>
  <p:hf hdr="0" ftr="0" dt="0"/>
  <p:txStyles>
    <p:titleStyle>
      <a:lvl1pPr algn="l" defTabSz="514314" rtl="0" eaLnBrk="1" latinLnBrk="0" hangingPunct="1">
        <a:lnSpc>
          <a:spcPct val="80000"/>
        </a:lnSpc>
        <a:spcBef>
          <a:spcPct val="0"/>
        </a:spcBef>
        <a:buNone/>
        <a:defRPr sz="2024" b="1" i="0" kern="1200" spc="-56" baseline="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0" indent="0" algn="l" defTabSz="514314" rtl="0" eaLnBrk="1" latinLnBrk="0" hangingPunct="1">
        <a:lnSpc>
          <a:spcPct val="150000"/>
        </a:lnSpc>
        <a:spcBef>
          <a:spcPts val="563"/>
        </a:spcBef>
        <a:buFont typeface="Arial" panose="020B0604020202020204" pitchFamily="34" charset="0"/>
        <a:buNone/>
        <a:defRPr sz="1575" b="0" i="0" kern="1200">
          <a:solidFill>
            <a:schemeClr val="tx1"/>
          </a:solidFill>
          <a:latin typeface="Arial" panose="020B0604020202020204" pitchFamily="34" charset="0"/>
          <a:ea typeface="+mn-ea"/>
          <a:cs typeface="+mn-cs"/>
        </a:defRPr>
      </a:lvl1pPr>
      <a:lvl2pPr marL="0" indent="0" algn="l" defTabSz="514314" rtl="0" eaLnBrk="1" latinLnBrk="0" hangingPunct="1">
        <a:lnSpc>
          <a:spcPct val="150000"/>
        </a:lnSpc>
        <a:spcBef>
          <a:spcPts val="281"/>
        </a:spcBef>
        <a:buFont typeface="Arial" panose="020B0604020202020204" pitchFamily="34" charset="0"/>
        <a:buNone/>
        <a:defRPr sz="1014" b="0" i="0" kern="1200">
          <a:solidFill>
            <a:schemeClr val="tx1"/>
          </a:solidFill>
          <a:latin typeface="Arial" panose="020B0604020202020204" pitchFamily="34" charset="0"/>
          <a:ea typeface="+mn-ea"/>
          <a:cs typeface="+mn-cs"/>
        </a:defRPr>
      </a:lvl2pPr>
      <a:lvl3pPr marL="0" indent="0" algn="l" defTabSz="514314" rtl="0" eaLnBrk="1" latinLnBrk="0" hangingPunct="1">
        <a:lnSpc>
          <a:spcPct val="150000"/>
        </a:lnSpc>
        <a:spcBef>
          <a:spcPts val="281"/>
        </a:spcBef>
        <a:buFont typeface="Arial" panose="020B0604020202020204" pitchFamily="34" charset="0"/>
        <a:buNone/>
        <a:defRPr sz="675" b="0" i="0" kern="1200">
          <a:solidFill>
            <a:schemeClr val="tx1"/>
          </a:solidFill>
          <a:latin typeface="Arial" panose="020B0604020202020204" pitchFamily="34" charset="0"/>
          <a:ea typeface="+mn-ea"/>
          <a:cs typeface="+mn-cs"/>
        </a:defRPr>
      </a:lvl3pPr>
      <a:lvl4pPr marL="0" indent="0" algn="l" defTabSz="514314" rtl="0" eaLnBrk="1" latinLnBrk="0" hangingPunct="1">
        <a:lnSpc>
          <a:spcPct val="150000"/>
        </a:lnSpc>
        <a:spcBef>
          <a:spcPts val="281"/>
        </a:spcBef>
        <a:buFont typeface="Arial" panose="020B0604020202020204" pitchFamily="34" charset="0"/>
        <a:buNone/>
        <a:defRPr sz="563" b="0" i="0" kern="1200">
          <a:solidFill>
            <a:schemeClr val="tx1">
              <a:alpha val="70000"/>
            </a:schemeClr>
          </a:solidFill>
          <a:latin typeface="Arial" panose="020B0604020202020204" pitchFamily="34" charset="0"/>
          <a:ea typeface="+mn-ea"/>
          <a:cs typeface="+mn-cs"/>
        </a:defRPr>
      </a:lvl4pPr>
      <a:lvl5pPr marL="0" indent="0" algn="l" defTabSz="514314" rtl="0" eaLnBrk="1" latinLnBrk="0" hangingPunct="1">
        <a:lnSpc>
          <a:spcPct val="150000"/>
        </a:lnSpc>
        <a:spcBef>
          <a:spcPts val="281"/>
        </a:spcBef>
        <a:buFont typeface="Arial" panose="020B0604020202020204" pitchFamily="34" charset="0"/>
        <a:buNone/>
        <a:defRPr sz="563" b="0" i="0" kern="1200" baseline="0">
          <a:solidFill>
            <a:schemeClr val="tx1">
              <a:alpha val="50000"/>
            </a:schemeClr>
          </a:solidFill>
          <a:latin typeface="Arial" panose="020B0604020202020204" pitchFamily="34" charset="0"/>
          <a:ea typeface="+mn-ea"/>
          <a:cs typeface="+mn-cs"/>
        </a:defRPr>
      </a:lvl5pPr>
      <a:lvl6pPr marL="1414363"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6pPr>
      <a:lvl7pPr marL="1671522"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7pPr>
      <a:lvl8pPr marL="1928678"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8pPr>
      <a:lvl9pPr marL="2185835" indent="-128579" algn="l" defTabSz="514314" rtl="0" eaLnBrk="1" latinLnBrk="0" hangingPunct="1">
        <a:lnSpc>
          <a:spcPct val="90000"/>
        </a:lnSpc>
        <a:spcBef>
          <a:spcPts val="281"/>
        </a:spcBef>
        <a:buFont typeface="Arial" panose="020B0604020202020204" pitchFamily="34" charset="0"/>
        <a:buChar char="•"/>
        <a:defRPr sz="1014" kern="1200">
          <a:solidFill>
            <a:schemeClr val="tx1"/>
          </a:solidFill>
          <a:latin typeface="+mn-lt"/>
          <a:ea typeface="+mn-ea"/>
          <a:cs typeface="+mn-cs"/>
        </a:defRPr>
      </a:lvl9pPr>
    </p:bodyStyle>
    <p:otherStyle>
      <a:defPPr>
        <a:defRPr lang="en-US"/>
      </a:defPPr>
      <a:lvl1pPr marL="0" algn="l" defTabSz="514314" rtl="0" eaLnBrk="1" latinLnBrk="0" hangingPunct="1">
        <a:defRPr sz="1014" kern="1200">
          <a:solidFill>
            <a:schemeClr val="tx1"/>
          </a:solidFill>
          <a:latin typeface="+mn-lt"/>
          <a:ea typeface="+mn-ea"/>
          <a:cs typeface="+mn-cs"/>
        </a:defRPr>
      </a:lvl1pPr>
      <a:lvl2pPr marL="257158" algn="l" defTabSz="514314" rtl="0" eaLnBrk="1" latinLnBrk="0" hangingPunct="1">
        <a:defRPr sz="1014" kern="1200">
          <a:solidFill>
            <a:schemeClr val="tx1"/>
          </a:solidFill>
          <a:latin typeface="+mn-lt"/>
          <a:ea typeface="+mn-ea"/>
          <a:cs typeface="+mn-cs"/>
        </a:defRPr>
      </a:lvl2pPr>
      <a:lvl3pPr marL="514314" algn="l" defTabSz="514314" rtl="0" eaLnBrk="1" latinLnBrk="0" hangingPunct="1">
        <a:defRPr sz="1014" kern="1200">
          <a:solidFill>
            <a:schemeClr val="tx1"/>
          </a:solidFill>
          <a:latin typeface="+mn-lt"/>
          <a:ea typeface="+mn-ea"/>
          <a:cs typeface="+mn-cs"/>
        </a:defRPr>
      </a:lvl3pPr>
      <a:lvl4pPr marL="771471" algn="l" defTabSz="514314" rtl="0" eaLnBrk="1" latinLnBrk="0" hangingPunct="1">
        <a:defRPr sz="1014" kern="1200">
          <a:solidFill>
            <a:schemeClr val="tx1"/>
          </a:solidFill>
          <a:latin typeface="+mn-lt"/>
          <a:ea typeface="+mn-ea"/>
          <a:cs typeface="+mn-cs"/>
        </a:defRPr>
      </a:lvl4pPr>
      <a:lvl5pPr marL="1028629" algn="l" defTabSz="514314" rtl="0" eaLnBrk="1" latinLnBrk="0" hangingPunct="1">
        <a:defRPr sz="1014" kern="1200">
          <a:solidFill>
            <a:schemeClr val="tx1"/>
          </a:solidFill>
          <a:latin typeface="+mn-lt"/>
          <a:ea typeface="+mn-ea"/>
          <a:cs typeface="+mn-cs"/>
        </a:defRPr>
      </a:lvl5pPr>
      <a:lvl6pPr marL="1285785" algn="l" defTabSz="514314" rtl="0" eaLnBrk="1" latinLnBrk="0" hangingPunct="1">
        <a:defRPr sz="1014" kern="1200">
          <a:solidFill>
            <a:schemeClr val="tx1"/>
          </a:solidFill>
          <a:latin typeface="+mn-lt"/>
          <a:ea typeface="+mn-ea"/>
          <a:cs typeface="+mn-cs"/>
        </a:defRPr>
      </a:lvl6pPr>
      <a:lvl7pPr marL="1542941" algn="l" defTabSz="514314" rtl="0" eaLnBrk="1" latinLnBrk="0" hangingPunct="1">
        <a:defRPr sz="1014" kern="1200">
          <a:solidFill>
            <a:schemeClr val="tx1"/>
          </a:solidFill>
          <a:latin typeface="+mn-lt"/>
          <a:ea typeface="+mn-ea"/>
          <a:cs typeface="+mn-cs"/>
        </a:defRPr>
      </a:lvl7pPr>
      <a:lvl8pPr marL="1800099" algn="l" defTabSz="514314" rtl="0" eaLnBrk="1" latinLnBrk="0" hangingPunct="1">
        <a:defRPr sz="1014" kern="1200">
          <a:solidFill>
            <a:schemeClr val="tx1"/>
          </a:solidFill>
          <a:latin typeface="+mn-lt"/>
          <a:ea typeface="+mn-ea"/>
          <a:cs typeface="+mn-cs"/>
        </a:defRPr>
      </a:lvl8pPr>
      <a:lvl9pPr marL="2057257" algn="l" defTabSz="514314" rtl="0" eaLnBrk="1" latinLnBrk="0" hangingPunct="1">
        <a:defRPr sz="1014"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024" userDrawn="1">
          <p15:clr>
            <a:srgbClr val="F26B43"/>
          </p15:clr>
        </p15:guide>
        <p15:guide id="1" orient="horz" pos="4032" userDrawn="1">
          <p15:clr>
            <a:srgbClr val="F26B43"/>
          </p15:clr>
        </p15:guide>
        <p15:guide id="14" orient="horz" pos="645" userDrawn="1">
          <p15:clr>
            <a:srgbClr val="F26B43"/>
          </p15:clr>
        </p15:guide>
        <p15:guide id="27" orient="horz" pos="7377" userDrawn="1">
          <p15:clr>
            <a:srgbClr val="F26B43"/>
          </p15:clr>
        </p15:guide>
        <p15:guide id="28" pos="505" userDrawn="1">
          <p15:clr>
            <a:srgbClr val="F26B43"/>
          </p15:clr>
        </p15:guide>
        <p15:guide id="29" pos="5543" userDrawn="1">
          <p15:clr>
            <a:srgbClr val="F26B43"/>
          </p15:clr>
        </p15:guide>
        <p15:guide id="44" userDrawn="1">
          <p15:clr>
            <a:srgbClr val="F26B43"/>
          </p15:clr>
        </p15:guide>
        <p15:guide id="45" pos="6048" userDrawn="1">
          <p15:clr>
            <a:srgbClr val="F26B43"/>
          </p15:clr>
        </p15:guide>
        <p15:guide id="46" orient="horz" userDrawn="1">
          <p15:clr>
            <a:srgbClr val="F26B43"/>
          </p15:clr>
        </p15:guide>
        <p15:guide id="47" orient="horz" pos="8064" userDrawn="1">
          <p15:clr>
            <a:srgbClr val="F26B43"/>
          </p15:clr>
        </p15:guide>
        <p15:guide id="48" pos="1005" userDrawn="1">
          <p15:clr>
            <a:srgbClr val="F26B43"/>
          </p15:clr>
        </p15:guide>
        <p15:guide id="51" orient="horz" pos="1323" userDrawn="1">
          <p15:clr>
            <a:srgbClr val="F26B43"/>
          </p15:clr>
        </p15:guide>
        <p15:guide id="52" pos="150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hyperlink" Target="https://lean.org.hu/en/cimke/a3/" TargetMode="External"/><Relationship Id="rId3" Type="http://schemas.openxmlformats.org/officeDocument/2006/relationships/hyperlink" Target="https://www.youtube.com/watch?v=q2Tx9SFlFns" TargetMode="External"/><Relationship Id="rId7" Type="http://schemas.openxmlformats.org/officeDocument/2006/relationships/hyperlink" Target="https://mvm.udemy.com/course/problem-solving-made-easy/" TargetMode="External"/><Relationship Id="rId2" Type="http://schemas.openxmlformats.org/officeDocument/2006/relationships/notesSlide" Target="../notesSlides/notesSlide1.xml"/><Relationship Id="rId1" Type="http://schemas.openxmlformats.org/officeDocument/2006/relationships/slideLayout" Target="../slideLayouts/slideLayout63.xml"/><Relationship Id="rId6" Type="http://schemas.openxmlformats.org/officeDocument/2006/relationships/hyperlink" Target="https://www.youtube.com/watch?v=2K6DuXcdToA" TargetMode="External"/><Relationship Id="rId11" Type="http://schemas.openxmlformats.org/officeDocument/2006/relationships/image" Target="../media/image6.jpeg"/><Relationship Id="rId5" Type="http://schemas.openxmlformats.org/officeDocument/2006/relationships/hyperlink" Target="https://www.youtube.com/watch?v=JaVMUoQBygE" TargetMode="External"/><Relationship Id="rId10" Type="http://schemas.openxmlformats.org/officeDocument/2006/relationships/image" Target="../media/image5.png"/><Relationship Id="rId4" Type="http://schemas.openxmlformats.org/officeDocument/2006/relationships/hyperlink" Target="https://www.youtube.com/watch?v=UvffmfnTh3A" TargetMode="External"/><Relationship Id="rId9" Type="http://schemas.openxmlformats.org/officeDocument/2006/relationships/hyperlink" Target="https://www.lean.org/lexicon-terms/a3-report/"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2.xml"/><Relationship Id="rId16" Type="http://schemas.openxmlformats.org/officeDocument/2006/relationships/image" Target="../media/image18.png"/><Relationship Id="rId1" Type="http://schemas.openxmlformats.org/officeDocument/2006/relationships/slideLayout" Target="../slideLayouts/slideLayout6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jpe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hyperlink" Target="https://lean.org.hu/en/cimke/a3/" TargetMode="External"/><Relationship Id="rId3" Type="http://schemas.openxmlformats.org/officeDocument/2006/relationships/hyperlink" Target="https://www.youtube.com/watch?v=q2Tx9SFlFns" TargetMode="External"/><Relationship Id="rId7" Type="http://schemas.openxmlformats.org/officeDocument/2006/relationships/hyperlink" Target="https://mvm.udemy.com/course/problem-solving-made-easy/" TargetMode="External"/><Relationship Id="rId2" Type="http://schemas.openxmlformats.org/officeDocument/2006/relationships/notesSlide" Target="../notesSlides/notesSlide3.xml"/><Relationship Id="rId1" Type="http://schemas.openxmlformats.org/officeDocument/2006/relationships/slideLayout" Target="../slideLayouts/slideLayout63.xml"/><Relationship Id="rId6" Type="http://schemas.openxmlformats.org/officeDocument/2006/relationships/hyperlink" Target="https://www.youtube.com/watch?v=2K6DuXcdToA" TargetMode="External"/><Relationship Id="rId5" Type="http://schemas.openxmlformats.org/officeDocument/2006/relationships/hyperlink" Target="https://www.youtube.com/watch?v=JaVMUoQBygE" TargetMode="External"/><Relationship Id="rId10" Type="http://schemas.openxmlformats.org/officeDocument/2006/relationships/image" Target="../media/image6.jpeg"/><Relationship Id="rId4" Type="http://schemas.openxmlformats.org/officeDocument/2006/relationships/hyperlink" Target="https://www.youtube.com/watch?v=UvffmfnTh3A" TargetMode="External"/><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n3kNlFMXslo" TargetMode="External"/><Relationship Id="rId2" Type="http://schemas.openxmlformats.org/officeDocument/2006/relationships/notesSlide" Target="../notesSlides/notesSlide4.xml"/><Relationship Id="rId1" Type="http://schemas.openxmlformats.org/officeDocument/2006/relationships/slideLayout" Target="../slideLayouts/slideLayout63.xm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iuYlGRnC7J8" TargetMode="External"/><Relationship Id="rId7"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63.xml"/><Relationship Id="rId6" Type="http://schemas.openxmlformats.org/officeDocument/2006/relationships/image" Target="../media/image5.png"/><Relationship Id="rId5" Type="http://schemas.openxmlformats.org/officeDocument/2006/relationships/hyperlink" Target="https://mvm.udemy.com/course/agile-strategy-execution/learn/lecture/3718386#overview" TargetMode="External"/><Relationship Id="rId4" Type="http://schemas.openxmlformats.org/officeDocument/2006/relationships/hyperlink" Target="https://mvm.udemy.com/course/business-case-for-corporate-sustainability/lear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a:off x="102838" y="32002"/>
            <a:ext cx="9396000" cy="83084"/>
          </a:xfrm>
          <a:prstGeom prst="rect">
            <a:avLst/>
          </a:prstGeom>
          <a:solidFill>
            <a:srgbClr val="FBB82F"/>
          </a:solidFill>
        </p:spPr>
        <p:txBody>
          <a:bodyPr/>
          <a:lstStyle/>
          <a:p>
            <a:endParaRPr lang="hu-HU" sz="1014"/>
          </a:p>
        </p:txBody>
      </p:sp>
      <p:sp>
        <p:nvSpPr>
          <p:cNvPr id="7" name="AutoShape 7"/>
          <p:cNvSpPr/>
          <p:nvPr/>
        </p:nvSpPr>
        <p:spPr>
          <a:xfrm>
            <a:off x="4781550" y="30198"/>
            <a:ext cx="4716000" cy="83084"/>
          </a:xfrm>
          <a:prstGeom prst="rect">
            <a:avLst/>
          </a:prstGeom>
          <a:solidFill>
            <a:srgbClr val="000000"/>
          </a:solidFill>
        </p:spPr>
        <p:txBody>
          <a:bodyPr/>
          <a:lstStyle/>
          <a:p>
            <a:endParaRPr lang="hu-HU" sz="1014"/>
          </a:p>
        </p:txBody>
      </p:sp>
      <p:sp>
        <p:nvSpPr>
          <p:cNvPr id="2" name="AutoShape 6">
            <a:extLst>
              <a:ext uri="{FF2B5EF4-FFF2-40B4-BE49-F238E27FC236}">
                <a16:creationId xmlns:a16="http://schemas.microsoft.com/office/drawing/2014/main" id="{CA0C2F48-510F-3B3C-D12C-30CE99608DC1}"/>
              </a:ext>
            </a:extLst>
          </p:cNvPr>
          <p:cNvSpPr/>
          <p:nvPr/>
        </p:nvSpPr>
        <p:spPr>
          <a:xfrm>
            <a:off x="100149" y="12721958"/>
            <a:ext cx="9360000" cy="83084"/>
          </a:xfrm>
          <a:prstGeom prst="rect">
            <a:avLst/>
          </a:prstGeom>
          <a:solidFill>
            <a:srgbClr val="FBB82F"/>
          </a:solidFill>
        </p:spPr>
        <p:txBody>
          <a:bodyPr/>
          <a:lstStyle/>
          <a:p>
            <a:endParaRPr lang="hu-HU" sz="1014"/>
          </a:p>
        </p:txBody>
      </p:sp>
      <p:sp>
        <p:nvSpPr>
          <p:cNvPr id="3" name="AutoShape 7">
            <a:extLst>
              <a:ext uri="{FF2B5EF4-FFF2-40B4-BE49-F238E27FC236}">
                <a16:creationId xmlns:a16="http://schemas.microsoft.com/office/drawing/2014/main" id="{723B9256-63F1-547E-E12A-2EA4539CB08B}"/>
              </a:ext>
            </a:extLst>
          </p:cNvPr>
          <p:cNvSpPr/>
          <p:nvPr/>
        </p:nvSpPr>
        <p:spPr>
          <a:xfrm>
            <a:off x="4749744" y="12722860"/>
            <a:ext cx="4788000" cy="83084"/>
          </a:xfrm>
          <a:prstGeom prst="rect">
            <a:avLst/>
          </a:prstGeom>
          <a:solidFill>
            <a:srgbClr val="000000"/>
          </a:solidFill>
        </p:spPr>
        <p:txBody>
          <a:bodyPr/>
          <a:lstStyle/>
          <a:p>
            <a:endParaRPr lang="hu-HU" sz="1014"/>
          </a:p>
        </p:txBody>
      </p:sp>
      <p:sp>
        <p:nvSpPr>
          <p:cNvPr id="122" name="Szövegdoboz 121">
            <a:extLst>
              <a:ext uri="{FF2B5EF4-FFF2-40B4-BE49-F238E27FC236}">
                <a16:creationId xmlns:a16="http://schemas.microsoft.com/office/drawing/2014/main" id="{D9D31757-47F1-CEE4-501F-C02B45D12B05}"/>
              </a:ext>
            </a:extLst>
          </p:cNvPr>
          <p:cNvSpPr txBox="1"/>
          <p:nvPr/>
        </p:nvSpPr>
        <p:spPr>
          <a:xfrm>
            <a:off x="157268" y="268867"/>
            <a:ext cx="9267720" cy="461665"/>
          </a:xfrm>
          <a:prstGeom prst="rect">
            <a:avLst/>
          </a:prstGeom>
          <a:noFill/>
        </p:spPr>
        <p:txBody>
          <a:bodyPr wrap="square" rtlCol="0">
            <a:spAutoFit/>
          </a:bodyPr>
          <a:lstStyle/>
          <a:p>
            <a:pPr algn="ctr"/>
            <a:r>
              <a:rPr lang="hu-HU" sz="2400" b="1">
                <a:solidFill>
                  <a:schemeClr val="bg1">
                    <a:lumMod val="50000"/>
                  </a:schemeClr>
                </a:solidFill>
                <a:latin typeface="Calibri" panose="020F0502020204030204" pitchFamily="34" charset="0"/>
              </a:rPr>
              <a:t>Problémák (miniprojektek) megoldására javasolt módszertan</a:t>
            </a:r>
          </a:p>
        </p:txBody>
      </p:sp>
      <p:sp>
        <p:nvSpPr>
          <p:cNvPr id="10" name="Szövegdoboz 9">
            <a:extLst>
              <a:ext uri="{FF2B5EF4-FFF2-40B4-BE49-F238E27FC236}">
                <a16:creationId xmlns:a16="http://schemas.microsoft.com/office/drawing/2014/main" id="{85EEE86B-9F85-7213-9FF8-0631646F66C7}"/>
              </a:ext>
            </a:extLst>
          </p:cNvPr>
          <p:cNvSpPr txBox="1"/>
          <p:nvPr/>
        </p:nvSpPr>
        <p:spPr>
          <a:xfrm>
            <a:off x="460343" y="1715287"/>
            <a:ext cx="8718186" cy="577081"/>
          </a:xfrm>
          <a:prstGeom prst="rect">
            <a:avLst/>
          </a:prstGeom>
          <a:noFill/>
        </p:spPr>
        <p:txBody>
          <a:bodyPr wrap="square" rtlCol="0">
            <a:spAutoFit/>
          </a:bodyPr>
          <a:lstStyle/>
          <a:p>
            <a:pPr marL="285750" indent="-285750">
              <a:buFont typeface="Arial" panose="020B0604020202020204" pitchFamily="34" charset="0"/>
              <a:buChar char="•"/>
            </a:pPr>
            <a:r>
              <a:rPr lang="hu-HU" sz="1050" err="1">
                <a:latin typeface="+mj-lt"/>
              </a:rPr>
              <a:t>Lean</a:t>
            </a:r>
            <a:r>
              <a:rPr lang="hu-HU" sz="1050">
                <a:latin typeface="+mj-lt"/>
              </a:rPr>
              <a:t> A3 </a:t>
            </a:r>
            <a:r>
              <a:rPr lang="hu-HU" sz="1050" err="1">
                <a:latin typeface="+mj-lt"/>
              </a:rPr>
              <a:t>Catalystra</a:t>
            </a:r>
            <a:r>
              <a:rPr lang="hu-HU" sz="1050">
                <a:latin typeface="+mj-lt"/>
              </a:rPr>
              <a:t> átalakított verziója</a:t>
            </a:r>
          </a:p>
          <a:p>
            <a:pPr marL="285750" indent="-285750">
              <a:buFont typeface="Arial" panose="020B0604020202020204" pitchFamily="34" charset="0"/>
              <a:buChar char="•"/>
            </a:pPr>
            <a:r>
              <a:rPr lang="hu-HU" sz="1050">
                <a:latin typeface="+mj-lt"/>
              </a:rPr>
              <a:t>Strukturált, vizuális eszköz</a:t>
            </a:r>
          </a:p>
          <a:p>
            <a:pPr marL="285750" indent="-285750">
              <a:buFont typeface="Arial" panose="020B0604020202020204" pitchFamily="34" charset="0"/>
              <a:buChar char="•"/>
            </a:pPr>
            <a:endParaRPr lang="hu-HU" sz="1050">
              <a:latin typeface="+mj-lt"/>
            </a:endParaRPr>
          </a:p>
        </p:txBody>
      </p:sp>
      <p:sp>
        <p:nvSpPr>
          <p:cNvPr id="12" name="Szövegdoboz 11">
            <a:extLst>
              <a:ext uri="{FF2B5EF4-FFF2-40B4-BE49-F238E27FC236}">
                <a16:creationId xmlns:a16="http://schemas.microsoft.com/office/drawing/2014/main" id="{88FEF30D-0AFC-2AC5-E7F7-15C92BEDBF8A}"/>
              </a:ext>
            </a:extLst>
          </p:cNvPr>
          <p:cNvSpPr txBox="1"/>
          <p:nvPr/>
        </p:nvSpPr>
        <p:spPr>
          <a:xfrm>
            <a:off x="460343" y="4280298"/>
            <a:ext cx="8718186" cy="2516073"/>
          </a:xfrm>
          <a:prstGeom prst="rect">
            <a:avLst/>
          </a:prstGeom>
          <a:noFill/>
        </p:spPr>
        <p:txBody>
          <a:bodyPr wrap="square">
            <a:spAutoFit/>
          </a:bodyPr>
          <a:lstStyle/>
          <a:p>
            <a:r>
              <a:rPr lang="hu-HU" sz="1050" b="1">
                <a:latin typeface="+mj-lt"/>
              </a:rPr>
              <a:t> </a:t>
            </a:r>
          </a:p>
          <a:p>
            <a:pPr>
              <a:buFont typeface="+mj-lt"/>
              <a:buAutoNum type="arabicPeriod"/>
            </a:pPr>
            <a:r>
              <a:rPr lang="hu-HU" sz="1050" b="1">
                <a:latin typeface="+mj-lt"/>
              </a:rPr>
              <a:t> ALAPOK - Háttér tisztázása és probléma megfogalmazása</a:t>
            </a:r>
            <a:r>
              <a:rPr lang="hu-HU" sz="1050">
                <a:latin typeface="+mj-lt"/>
              </a:rPr>
              <a:t> – Mi a jelenállapot, célállapot? Mi a probléma és mi az oka?</a:t>
            </a:r>
          </a:p>
          <a:p>
            <a:endParaRPr lang="hu-HU" sz="1050">
              <a:latin typeface="+mj-lt"/>
            </a:endParaRPr>
          </a:p>
          <a:p>
            <a:r>
              <a:rPr lang="hu-HU" sz="1050" b="1">
                <a:latin typeface="+mj-lt"/>
              </a:rPr>
              <a:t>2. PROJEKTERŐFORRÁS</a:t>
            </a:r>
            <a:r>
              <a:rPr lang="hu-HU" sz="1050">
                <a:latin typeface="+mj-lt"/>
              </a:rPr>
              <a:t> – Milyen erőforrás áll rendelkezésre (humán, pénzügyi, tárgyi)?</a:t>
            </a:r>
          </a:p>
          <a:p>
            <a:endParaRPr lang="hu-HU" sz="1050">
              <a:latin typeface="+mj-lt"/>
            </a:endParaRPr>
          </a:p>
          <a:p>
            <a:r>
              <a:rPr lang="hu-HU" sz="1050" b="1">
                <a:latin typeface="+mj-lt"/>
              </a:rPr>
              <a:t>3. STRATÉGIA</a:t>
            </a:r>
          </a:p>
          <a:p>
            <a:r>
              <a:rPr lang="hu-HU" sz="1050">
                <a:latin typeface="+mj-lt"/>
              </a:rPr>
              <a:t>3.a Mi a projekt küldetése és missziója?</a:t>
            </a:r>
          </a:p>
          <a:p>
            <a:r>
              <a:rPr lang="hu-HU" sz="1050">
                <a:latin typeface="+mj-lt"/>
              </a:rPr>
              <a:t>3.b Mi a projekt stratégiája? Hogyan oldjuk meg a problémát?</a:t>
            </a:r>
          </a:p>
          <a:p>
            <a:r>
              <a:rPr lang="hu-HU" sz="1050">
                <a:latin typeface="+mj-lt"/>
              </a:rPr>
              <a:t>3.c Akcióterv – Mit kell tennünk és mikor?</a:t>
            </a:r>
          </a:p>
          <a:p>
            <a:endParaRPr lang="hu-HU" sz="1050">
              <a:latin typeface="+mj-lt"/>
            </a:endParaRPr>
          </a:p>
          <a:p>
            <a:r>
              <a:rPr lang="hu-HU" sz="1050" b="1">
                <a:latin typeface="+mj-lt"/>
              </a:rPr>
              <a:t>4. OPERÁCIÓ és nyomon követés</a:t>
            </a:r>
            <a:r>
              <a:rPr lang="hu-HU" sz="1050">
                <a:latin typeface="+mj-lt"/>
              </a:rPr>
              <a:t> – Hogyan </a:t>
            </a:r>
            <a:r>
              <a:rPr lang="hu-HU" sz="1050" err="1">
                <a:latin typeface="+mj-lt"/>
              </a:rPr>
              <a:t>monitorozzuk</a:t>
            </a:r>
            <a:r>
              <a:rPr lang="hu-HU" sz="1050">
                <a:latin typeface="+mj-lt"/>
              </a:rPr>
              <a:t> a megvalósítást?</a:t>
            </a:r>
          </a:p>
          <a:p>
            <a:endParaRPr lang="hu-HU" sz="1050">
              <a:latin typeface="+mj-lt"/>
            </a:endParaRPr>
          </a:p>
          <a:p>
            <a:r>
              <a:rPr lang="hu-HU" sz="1050" b="1">
                <a:latin typeface="+mj-lt"/>
              </a:rPr>
              <a:t>5. CSAPAT és EREDMÉNYEK </a:t>
            </a:r>
            <a:r>
              <a:rPr lang="hu-HU" sz="1050">
                <a:latin typeface="+mj-lt"/>
              </a:rPr>
              <a:t>– Hogyan teremtek meg egy kiemelkedően működő csapatot?</a:t>
            </a:r>
          </a:p>
          <a:p>
            <a:endParaRPr lang="hu-HU" sz="1050">
              <a:latin typeface="+mj-lt"/>
            </a:endParaRPr>
          </a:p>
          <a:p>
            <a:r>
              <a:rPr lang="hu-HU" sz="1050" b="1">
                <a:latin typeface="+mj-lt"/>
              </a:rPr>
              <a:t>6. FENNTARTÁS </a:t>
            </a:r>
            <a:r>
              <a:rPr lang="hu-HU" sz="1050">
                <a:latin typeface="+mj-lt"/>
              </a:rPr>
              <a:t> – Hogyan </a:t>
            </a:r>
            <a:r>
              <a:rPr lang="hu-HU" sz="1050" err="1">
                <a:latin typeface="+mj-lt"/>
              </a:rPr>
              <a:t>sztenderdizáljuk</a:t>
            </a:r>
            <a:r>
              <a:rPr lang="hu-HU" sz="1050">
                <a:latin typeface="+mj-lt"/>
              </a:rPr>
              <a:t>? Hogyan biztosítjuk a folyamatos fejlődést?</a:t>
            </a:r>
          </a:p>
        </p:txBody>
      </p:sp>
      <p:sp>
        <p:nvSpPr>
          <p:cNvPr id="15" name="Szövegdoboz 14">
            <a:extLst>
              <a:ext uri="{FF2B5EF4-FFF2-40B4-BE49-F238E27FC236}">
                <a16:creationId xmlns:a16="http://schemas.microsoft.com/office/drawing/2014/main" id="{D0623B96-2E96-6E19-9A8E-1B3EA3CF8150}"/>
              </a:ext>
            </a:extLst>
          </p:cNvPr>
          <p:cNvSpPr txBox="1"/>
          <p:nvPr/>
        </p:nvSpPr>
        <p:spPr>
          <a:xfrm>
            <a:off x="460343" y="7653954"/>
            <a:ext cx="8498600" cy="3162404"/>
          </a:xfrm>
          <a:prstGeom prst="rect">
            <a:avLst/>
          </a:prstGeom>
          <a:noFill/>
        </p:spPr>
        <p:txBody>
          <a:bodyPr wrap="square">
            <a:spAutoFit/>
          </a:bodyPr>
          <a:lstStyle/>
          <a:p>
            <a:endParaRPr lang="hu-HU" sz="1050">
              <a:latin typeface="+mj-lt"/>
            </a:endParaRPr>
          </a:p>
          <a:p>
            <a:r>
              <a:rPr lang="hu-HU" sz="1050" b="1">
                <a:latin typeface="+mj-lt"/>
              </a:rPr>
              <a:t>YouTube:</a:t>
            </a:r>
          </a:p>
          <a:p>
            <a:pPr marL="285750" indent="-285750">
              <a:buFont typeface="Arial" panose="020B0604020202020204" pitchFamily="34" charset="0"/>
              <a:buChar char="•"/>
            </a:pPr>
            <a:r>
              <a:rPr lang="en-US" sz="1050">
                <a:latin typeface="+mj-lt"/>
              </a:rPr>
              <a:t>Learn How to Leverage the Powerful A3 Report</a:t>
            </a:r>
            <a:endParaRPr lang="hu-HU" sz="1050">
              <a:latin typeface="+mj-lt"/>
              <a:hlinkClick r:id="rId3">
                <a:extLst>
                  <a:ext uri="{A12FA001-AC4F-418D-AE19-62706E023703}">
                    <ahyp:hlinkClr xmlns:ahyp="http://schemas.microsoft.com/office/drawing/2018/hyperlinkcolor" val="tx"/>
                  </a:ext>
                </a:extLst>
              </a:hlinkClick>
            </a:endParaRPr>
          </a:p>
          <a:p>
            <a:pPr marL="285750" indent="-285750">
              <a:buFont typeface="Arial" panose="020B0604020202020204" pitchFamily="34" charset="0"/>
              <a:buChar char="•"/>
            </a:pPr>
            <a:r>
              <a:rPr lang="hu-HU" sz="1050">
                <a:latin typeface="+mj-lt"/>
                <a:hlinkClick r:id="rId4">
                  <a:extLst>
                    <a:ext uri="{A12FA001-AC4F-418D-AE19-62706E023703}">
                      <ahyp:hlinkClr xmlns:ahyp="http://schemas.microsoft.com/office/drawing/2018/hyperlinkcolor" val="tx"/>
                    </a:ext>
                  </a:extLst>
                </a:hlinkClick>
              </a:rPr>
              <a:t>https://www.youtube.com/watch?v=UvffmfnTh3A</a:t>
            </a:r>
            <a:endParaRPr lang="hu-HU" sz="1050">
              <a:latin typeface="+mj-lt"/>
            </a:endParaRPr>
          </a:p>
          <a:p>
            <a:pPr marL="285750" indent="-285750">
              <a:buFont typeface="Arial" panose="020B0604020202020204" pitchFamily="34" charset="0"/>
              <a:buChar char="•"/>
            </a:pPr>
            <a:r>
              <a:rPr lang="hu-HU" sz="1050">
                <a:latin typeface="+mj-lt"/>
              </a:rPr>
              <a:t>A3 </a:t>
            </a:r>
            <a:r>
              <a:rPr lang="hu-HU" sz="1050" err="1">
                <a:latin typeface="+mj-lt"/>
              </a:rPr>
              <a:t>Problem</a:t>
            </a:r>
            <a:r>
              <a:rPr lang="hu-HU" sz="1050">
                <a:latin typeface="+mj-lt"/>
              </a:rPr>
              <a:t> </a:t>
            </a:r>
            <a:r>
              <a:rPr lang="hu-HU" sz="1050" err="1">
                <a:latin typeface="+mj-lt"/>
              </a:rPr>
              <a:t>Solving</a:t>
            </a:r>
            <a:r>
              <a:rPr lang="hu-HU" sz="1050">
                <a:latin typeface="+mj-lt"/>
              </a:rPr>
              <a:t> </a:t>
            </a:r>
            <a:r>
              <a:rPr lang="hu-HU" sz="1050" err="1">
                <a:latin typeface="+mj-lt"/>
              </a:rPr>
              <a:t>Tool</a:t>
            </a:r>
            <a:endParaRPr lang="hu-HU" sz="1050">
              <a:latin typeface="+mj-lt"/>
            </a:endParaRPr>
          </a:p>
          <a:p>
            <a:pPr marL="285750" indent="-285750">
              <a:buFont typeface="Arial" panose="020B0604020202020204" pitchFamily="34" charset="0"/>
              <a:buChar char="•"/>
            </a:pPr>
            <a:r>
              <a:rPr lang="hu-HU" sz="1050">
                <a:latin typeface="+mj-lt"/>
                <a:hlinkClick r:id="rId5">
                  <a:extLst>
                    <a:ext uri="{A12FA001-AC4F-418D-AE19-62706E023703}">
                      <ahyp:hlinkClr xmlns:ahyp="http://schemas.microsoft.com/office/drawing/2018/hyperlinkcolor" val="tx"/>
                    </a:ext>
                  </a:extLst>
                </a:hlinkClick>
              </a:rPr>
              <a:t>https://www.youtube.com/watch?v=JaVMUoQBygE</a:t>
            </a:r>
            <a:endParaRPr lang="hu-HU" sz="1050">
              <a:latin typeface="+mj-lt"/>
            </a:endParaRPr>
          </a:p>
          <a:p>
            <a:pPr marL="285750" indent="-285750">
              <a:buFont typeface="Arial" panose="020B0604020202020204" pitchFamily="34" charset="0"/>
              <a:buChar char="•"/>
            </a:pPr>
            <a:r>
              <a:rPr lang="it-IT" sz="1050">
                <a:latin typeface="+mj-lt"/>
              </a:rPr>
              <a:t>Mi az A3?</a:t>
            </a:r>
            <a:endParaRPr lang="hu-HU" sz="1050">
              <a:latin typeface="+mj-lt"/>
            </a:endParaRPr>
          </a:p>
          <a:p>
            <a:pPr marL="285750" indent="-285750">
              <a:buFont typeface="Arial" panose="020B0604020202020204" pitchFamily="34" charset="0"/>
              <a:buChar char="•"/>
            </a:pPr>
            <a:r>
              <a:rPr lang="hu-HU" sz="1050">
                <a:latin typeface="+mj-lt"/>
                <a:hlinkClick r:id="rId6">
                  <a:extLst>
                    <a:ext uri="{A12FA001-AC4F-418D-AE19-62706E023703}">
                      <ahyp:hlinkClr xmlns:ahyp="http://schemas.microsoft.com/office/drawing/2018/hyperlinkcolor" val="tx"/>
                    </a:ext>
                  </a:extLst>
                </a:hlinkClick>
              </a:rPr>
              <a:t>https://www.youtube.com/watch?v=2K6DuXcdToA</a:t>
            </a:r>
            <a:endParaRPr lang="hu-HU" sz="1050">
              <a:latin typeface="+mj-lt"/>
            </a:endParaRPr>
          </a:p>
          <a:p>
            <a:endParaRPr lang="hu-HU" sz="1050">
              <a:latin typeface="+mj-lt"/>
            </a:endParaRPr>
          </a:p>
          <a:p>
            <a:r>
              <a:rPr lang="hu-HU" sz="1050" b="1" err="1">
                <a:latin typeface="+mj-lt"/>
              </a:rPr>
              <a:t>Udemy</a:t>
            </a:r>
            <a:r>
              <a:rPr lang="hu-HU" sz="1050" b="1">
                <a:latin typeface="+mj-lt"/>
              </a:rPr>
              <a:t>:</a:t>
            </a:r>
          </a:p>
          <a:p>
            <a:pPr marL="285750" indent="-285750">
              <a:buFont typeface="Arial" panose="020B0604020202020204" pitchFamily="34" charset="0"/>
              <a:buChar char="•"/>
            </a:pPr>
            <a:r>
              <a:rPr lang="en-US" sz="1050">
                <a:latin typeface="+mj-lt"/>
              </a:rPr>
              <a:t>Lean Problem-Solving for Team Members and Leaders</a:t>
            </a:r>
          </a:p>
          <a:p>
            <a:pPr marL="285750" indent="-285750">
              <a:buFont typeface="Arial" panose="020B0604020202020204" pitchFamily="34" charset="0"/>
              <a:buChar char="•"/>
              <a:tabLst>
                <a:tab pos="99121" algn="l"/>
              </a:tabLst>
            </a:pPr>
            <a:r>
              <a:rPr lang="hu-HU" sz="1050">
                <a:latin typeface="+mj-lt"/>
                <a:hlinkClick r:id="rId7">
                  <a:extLst>
                    <a:ext uri="{A12FA001-AC4F-418D-AE19-62706E023703}">
                      <ahyp:hlinkClr xmlns:ahyp="http://schemas.microsoft.com/office/drawing/2018/hyperlinkcolor" val="tx"/>
                    </a:ext>
                  </a:extLst>
                </a:hlinkClick>
              </a:rPr>
              <a:t>https://mvm.udemy.com/course/problem-solving-made-easy/</a:t>
            </a:r>
            <a:endParaRPr lang="hu-HU" sz="1050">
              <a:latin typeface="+mj-lt"/>
            </a:endParaRPr>
          </a:p>
          <a:p>
            <a:pPr>
              <a:tabLst>
                <a:tab pos="99121" algn="l"/>
              </a:tabLst>
            </a:pPr>
            <a:endParaRPr lang="hu-HU" sz="1050">
              <a:latin typeface="+mj-lt"/>
            </a:endParaRPr>
          </a:p>
          <a:p>
            <a:pPr>
              <a:tabLst>
                <a:tab pos="99121" algn="l"/>
              </a:tabLst>
            </a:pPr>
            <a:r>
              <a:rPr lang="hu-HU" sz="1050" b="1">
                <a:latin typeface="+mj-lt"/>
              </a:rPr>
              <a:t>Cikkek:</a:t>
            </a:r>
          </a:p>
          <a:p>
            <a:pPr marL="285750" indent="-285750">
              <a:buFont typeface="Arial" panose="020B0604020202020204" pitchFamily="34" charset="0"/>
              <a:buChar char="•"/>
              <a:tabLst>
                <a:tab pos="99121" algn="l"/>
              </a:tabLst>
            </a:pPr>
            <a:r>
              <a:rPr lang="hu-HU" sz="1050">
                <a:latin typeface="+mj-lt"/>
              </a:rPr>
              <a:t>LEI cikkek az A3-ról</a:t>
            </a:r>
          </a:p>
          <a:p>
            <a:pPr marL="285750" indent="-285750">
              <a:buFont typeface="Arial" panose="020B0604020202020204" pitchFamily="34" charset="0"/>
              <a:buChar char="•"/>
              <a:tabLst>
                <a:tab pos="99121" algn="l"/>
              </a:tabLst>
            </a:pPr>
            <a:r>
              <a:rPr lang="pt-BR" sz="1050">
                <a:latin typeface="+mj-lt"/>
                <a:hlinkClick r:id="rId8">
                  <a:extLst>
                    <a:ext uri="{A12FA001-AC4F-418D-AE19-62706E023703}">
                      <ahyp:hlinkClr xmlns:ahyp="http://schemas.microsoft.com/office/drawing/2018/hyperlinkcolor" val="tx"/>
                    </a:ext>
                  </a:extLst>
                </a:hlinkClick>
              </a:rPr>
              <a:t>https://lean.org.hu/en/cimke/a3/</a:t>
            </a:r>
            <a:endParaRPr lang="hu-HU" sz="1050">
              <a:latin typeface="+mj-lt"/>
            </a:endParaRPr>
          </a:p>
          <a:p>
            <a:pPr>
              <a:tabLst>
                <a:tab pos="99121" algn="l"/>
              </a:tabLst>
            </a:pPr>
            <a:endParaRPr lang="hu-HU" sz="1050">
              <a:latin typeface="+mj-lt"/>
            </a:endParaRPr>
          </a:p>
          <a:p>
            <a:pPr>
              <a:tabLst>
                <a:tab pos="99121" algn="l"/>
              </a:tabLst>
            </a:pPr>
            <a:r>
              <a:rPr lang="hu-HU" sz="1050" b="1">
                <a:latin typeface="+mj-lt"/>
              </a:rPr>
              <a:t>Kitöltött minták:</a:t>
            </a:r>
          </a:p>
          <a:p>
            <a:pPr marL="285750" indent="-285750">
              <a:buFont typeface="Arial" panose="020B0604020202020204" pitchFamily="34" charset="0"/>
              <a:buChar char="•"/>
              <a:tabLst>
                <a:tab pos="99121" algn="l"/>
              </a:tabLst>
            </a:pPr>
            <a:r>
              <a:rPr lang="hu-HU" sz="1050">
                <a:latin typeface="+mj-lt"/>
                <a:hlinkClick r:id="rId9">
                  <a:extLst>
                    <a:ext uri="{A12FA001-AC4F-418D-AE19-62706E023703}">
                      <ahyp:hlinkClr xmlns:ahyp="http://schemas.microsoft.com/office/drawing/2018/hyperlinkcolor" val="tx"/>
                    </a:ext>
                  </a:extLst>
                </a:hlinkClick>
              </a:rPr>
              <a:t>https://www.lean.org/lexicon-terms/a3-report/</a:t>
            </a:r>
            <a:endParaRPr lang="hu-HU" sz="1050">
              <a:latin typeface="+mj-lt"/>
            </a:endParaRPr>
          </a:p>
        </p:txBody>
      </p:sp>
      <p:pic>
        <p:nvPicPr>
          <p:cNvPr id="9" name="Kép 8" descr="A képen Grafika, szöveg, Grafikus tervezés, poszter látható&#10;&#10;Automatikusan generált leírás">
            <a:extLst>
              <a:ext uri="{FF2B5EF4-FFF2-40B4-BE49-F238E27FC236}">
                <a16:creationId xmlns:a16="http://schemas.microsoft.com/office/drawing/2014/main" id="{DD5285BF-C03B-5978-1542-F877CAE59C1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22001" y="12420983"/>
            <a:ext cx="202987" cy="216678"/>
          </a:xfrm>
          <a:prstGeom prst="rect">
            <a:avLst/>
          </a:prstGeom>
        </p:spPr>
      </p:pic>
      <p:pic>
        <p:nvPicPr>
          <p:cNvPr id="11" name="Kép 10" descr="A képen tervezés, Betűtípus látható&#10;&#10;Automatikusan generált leírás">
            <a:extLst>
              <a:ext uri="{FF2B5EF4-FFF2-40B4-BE49-F238E27FC236}">
                <a16:creationId xmlns:a16="http://schemas.microsoft.com/office/drawing/2014/main" id="{FEC3143F-319B-55B1-4F86-E24731E3E896}"/>
              </a:ext>
            </a:extLst>
          </p:cNvPr>
          <p:cNvPicPr>
            <a:picLocks noChangeAspect="1"/>
          </p:cNvPicPr>
          <p:nvPr/>
        </p:nvPicPr>
        <p:blipFill rotWithShape="1">
          <a:blip r:embed="rId11">
            <a:extLst>
              <a:ext uri="{28A0092B-C50C-407E-A947-70E740481C1C}">
                <a14:useLocalDpi xmlns:a14="http://schemas.microsoft.com/office/drawing/2010/main" val="0"/>
              </a:ext>
            </a:extLst>
          </a:blip>
          <a:srcRect l="15131" t="37580" r="15263" b="37562"/>
          <a:stretch/>
        </p:blipFill>
        <p:spPr>
          <a:xfrm>
            <a:off x="8686219" y="12482440"/>
            <a:ext cx="492310" cy="124244"/>
          </a:xfrm>
          <a:prstGeom prst="rect">
            <a:avLst/>
          </a:prstGeom>
        </p:spPr>
      </p:pic>
      <p:sp>
        <p:nvSpPr>
          <p:cNvPr id="13" name="Téglalap 12">
            <a:extLst>
              <a:ext uri="{FF2B5EF4-FFF2-40B4-BE49-F238E27FC236}">
                <a16:creationId xmlns:a16="http://schemas.microsoft.com/office/drawing/2014/main" id="{A3DBC7AE-05FB-1028-4E7B-18BE5AED4C57}"/>
              </a:ext>
            </a:extLst>
          </p:cNvPr>
          <p:cNvSpPr/>
          <p:nvPr/>
        </p:nvSpPr>
        <p:spPr>
          <a:xfrm>
            <a:off x="97971" y="180545"/>
            <a:ext cx="9397863" cy="1247235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7" name="Téglalap 96">
            <a:extLst>
              <a:ext uri="{FF2B5EF4-FFF2-40B4-BE49-F238E27FC236}">
                <a16:creationId xmlns:a16="http://schemas.microsoft.com/office/drawing/2014/main" id="{1BA22BF6-B1E1-953D-9DF8-6B38B60BF479}"/>
              </a:ext>
            </a:extLst>
          </p:cNvPr>
          <p:cNvSpPr/>
          <p:nvPr/>
        </p:nvSpPr>
        <p:spPr>
          <a:xfrm>
            <a:off x="433774" y="1298214"/>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050">
                <a:latin typeface="+mj-lt"/>
              </a:rPr>
              <a:t>Mi az eszköz?</a:t>
            </a:r>
          </a:p>
        </p:txBody>
      </p:sp>
      <p:sp>
        <p:nvSpPr>
          <p:cNvPr id="98" name="Szövegdoboz 97">
            <a:extLst>
              <a:ext uri="{FF2B5EF4-FFF2-40B4-BE49-F238E27FC236}">
                <a16:creationId xmlns:a16="http://schemas.microsoft.com/office/drawing/2014/main" id="{4A3950C7-52C2-5445-495B-E65D3E7617EE}"/>
              </a:ext>
            </a:extLst>
          </p:cNvPr>
          <p:cNvSpPr txBox="1"/>
          <p:nvPr/>
        </p:nvSpPr>
        <p:spPr>
          <a:xfrm>
            <a:off x="460343" y="3080140"/>
            <a:ext cx="8718186" cy="577081"/>
          </a:xfrm>
          <a:prstGeom prst="rect">
            <a:avLst/>
          </a:prstGeom>
          <a:noFill/>
        </p:spPr>
        <p:txBody>
          <a:bodyPr wrap="square" rtlCol="0">
            <a:spAutoFit/>
          </a:bodyPr>
          <a:lstStyle/>
          <a:p>
            <a:pPr marL="285750" indent="-285750">
              <a:buFont typeface="Arial" panose="020B0604020202020204" pitchFamily="34" charset="0"/>
              <a:buChar char="•"/>
            </a:pPr>
            <a:r>
              <a:rPr lang="hu-HU" sz="1050">
                <a:latin typeface="+mj-lt"/>
              </a:rPr>
              <a:t>Kommunikáció, együttműködés és megértés támogatása</a:t>
            </a:r>
          </a:p>
          <a:p>
            <a:pPr marL="285750" indent="-285750">
              <a:buFont typeface="Arial" panose="020B0604020202020204" pitchFamily="34" charset="0"/>
              <a:buChar char="•"/>
            </a:pPr>
            <a:r>
              <a:rPr lang="hu-HU" sz="1050">
                <a:latin typeface="+mj-lt"/>
              </a:rPr>
              <a:t>Folyamatos fejlesztésre ösztönöz</a:t>
            </a:r>
          </a:p>
          <a:p>
            <a:endParaRPr lang="hu-HU" sz="1050">
              <a:latin typeface="+mj-lt"/>
            </a:endParaRPr>
          </a:p>
        </p:txBody>
      </p:sp>
      <p:sp>
        <p:nvSpPr>
          <p:cNvPr id="99" name="Téglalap 98">
            <a:extLst>
              <a:ext uri="{FF2B5EF4-FFF2-40B4-BE49-F238E27FC236}">
                <a16:creationId xmlns:a16="http://schemas.microsoft.com/office/drawing/2014/main" id="{928A67FF-E86A-C718-EC4C-4F5EBC74CAC5}"/>
              </a:ext>
            </a:extLst>
          </p:cNvPr>
          <p:cNvSpPr/>
          <p:nvPr/>
        </p:nvSpPr>
        <p:spPr>
          <a:xfrm>
            <a:off x="433774" y="2682857"/>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050">
                <a:latin typeface="+mj-lt"/>
              </a:rPr>
              <a:t>Mi a célja?</a:t>
            </a:r>
          </a:p>
        </p:txBody>
      </p:sp>
      <p:sp>
        <p:nvSpPr>
          <p:cNvPr id="100" name="Téglalap 99">
            <a:extLst>
              <a:ext uri="{FF2B5EF4-FFF2-40B4-BE49-F238E27FC236}">
                <a16:creationId xmlns:a16="http://schemas.microsoft.com/office/drawing/2014/main" id="{3DFA68FC-C210-4A89-A7FE-0430C76FFF1D}"/>
              </a:ext>
            </a:extLst>
          </p:cNvPr>
          <p:cNvSpPr/>
          <p:nvPr/>
        </p:nvSpPr>
        <p:spPr>
          <a:xfrm>
            <a:off x="460343" y="3886033"/>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050">
                <a:latin typeface="+mj-lt"/>
              </a:rPr>
              <a:t>Mi a tartalma?</a:t>
            </a:r>
          </a:p>
        </p:txBody>
      </p:sp>
      <p:sp>
        <p:nvSpPr>
          <p:cNvPr id="101" name="Téglalap 100">
            <a:extLst>
              <a:ext uri="{FF2B5EF4-FFF2-40B4-BE49-F238E27FC236}">
                <a16:creationId xmlns:a16="http://schemas.microsoft.com/office/drawing/2014/main" id="{399055D4-75B8-B1FA-2048-101F40BEEF33}"/>
              </a:ext>
            </a:extLst>
          </p:cNvPr>
          <p:cNvSpPr/>
          <p:nvPr/>
        </p:nvSpPr>
        <p:spPr>
          <a:xfrm>
            <a:off x="460343" y="7225660"/>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050">
                <a:latin typeface="+mj-lt"/>
              </a:rPr>
              <a:t>Tudástár</a:t>
            </a:r>
          </a:p>
        </p:txBody>
      </p:sp>
    </p:spTree>
    <p:extLst>
      <p:ext uri="{BB962C8B-B14F-4D97-AF65-F5344CB8AC3E}">
        <p14:creationId xmlns:p14="http://schemas.microsoft.com/office/powerpoint/2010/main" val="977012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a:off x="323818" y="32002"/>
            <a:ext cx="8640000" cy="83084"/>
          </a:xfrm>
          <a:prstGeom prst="rect">
            <a:avLst/>
          </a:prstGeom>
          <a:solidFill>
            <a:srgbClr val="FBB82F"/>
          </a:solidFill>
        </p:spPr>
        <p:txBody>
          <a:bodyPr/>
          <a:lstStyle/>
          <a:p>
            <a:endParaRPr lang="hu-HU" sz="1014"/>
          </a:p>
        </p:txBody>
      </p:sp>
      <p:sp>
        <p:nvSpPr>
          <p:cNvPr id="7" name="AutoShape 7"/>
          <p:cNvSpPr/>
          <p:nvPr/>
        </p:nvSpPr>
        <p:spPr>
          <a:xfrm>
            <a:off x="4629150" y="30198"/>
            <a:ext cx="4788000" cy="83084"/>
          </a:xfrm>
          <a:prstGeom prst="rect">
            <a:avLst/>
          </a:prstGeom>
          <a:solidFill>
            <a:srgbClr val="000000"/>
          </a:solidFill>
        </p:spPr>
        <p:txBody>
          <a:bodyPr/>
          <a:lstStyle/>
          <a:p>
            <a:endParaRPr lang="hu-HU" sz="1014"/>
          </a:p>
        </p:txBody>
      </p:sp>
      <p:sp>
        <p:nvSpPr>
          <p:cNvPr id="2" name="AutoShape 6">
            <a:extLst>
              <a:ext uri="{FF2B5EF4-FFF2-40B4-BE49-F238E27FC236}">
                <a16:creationId xmlns:a16="http://schemas.microsoft.com/office/drawing/2014/main" id="{CA0C2F48-510F-3B3C-D12C-30CE99608DC1}"/>
              </a:ext>
            </a:extLst>
          </p:cNvPr>
          <p:cNvSpPr/>
          <p:nvPr/>
        </p:nvSpPr>
        <p:spPr>
          <a:xfrm>
            <a:off x="328749" y="12721958"/>
            <a:ext cx="9072000" cy="83084"/>
          </a:xfrm>
          <a:prstGeom prst="rect">
            <a:avLst/>
          </a:prstGeom>
          <a:solidFill>
            <a:srgbClr val="FBB82F"/>
          </a:solidFill>
        </p:spPr>
        <p:txBody>
          <a:bodyPr/>
          <a:lstStyle/>
          <a:p>
            <a:endParaRPr lang="hu-HU" sz="1014"/>
          </a:p>
        </p:txBody>
      </p:sp>
      <p:sp>
        <p:nvSpPr>
          <p:cNvPr id="3" name="AutoShape 7">
            <a:extLst>
              <a:ext uri="{FF2B5EF4-FFF2-40B4-BE49-F238E27FC236}">
                <a16:creationId xmlns:a16="http://schemas.microsoft.com/office/drawing/2014/main" id="{723B9256-63F1-547E-E12A-2EA4539CB08B}"/>
              </a:ext>
            </a:extLst>
          </p:cNvPr>
          <p:cNvSpPr/>
          <p:nvPr/>
        </p:nvSpPr>
        <p:spPr>
          <a:xfrm>
            <a:off x="4825944" y="12722860"/>
            <a:ext cx="4608000" cy="83084"/>
          </a:xfrm>
          <a:prstGeom prst="rect">
            <a:avLst/>
          </a:prstGeom>
          <a:solidFill>
            <a:srgbClr val="000000"/>
          </a:solidFill>
        </p:spPr>
        <p:txBody>
          <a:bodyPr/>
          <a:lstStyle/>
          <a:p>
            <a:endParaRPr lang="hu-HU" sz="1014"/>
          </a:p>
        </p:txBody>
      </p:sp>
      <p:sp>
        <p:nvSpPr>
          <p:cNvPr id="122" name="Szövegdoboz 121">
            <a:extLst>
              <a:ext uri="{FF2B5EF4-FFF2-40B4-BE49-F238E27FC236}">
                <a16:creationId xmlns:a16="http://schemas.microsoft.com/office/drawing/2014/main" id="{D9D31757-47F1-CEE4-501F-C02B45D12B05}"/>
              </a:ext>
            </a:extLst>
          </p:cNvPr>
          <p:cNvSpPr txBox="1"/>
          <p:nvPr/>
        </p:nvSpPr>
        <p:spPr>
          <a:xfrm>
            <a:off x="408708" y="268867"/>
            <a:ext cx="8813293" cy="461665"/>
          </a:xfrm>
          <a:prstGeom prst="rect">
            <a:avLst/>
          </a:prstGeom>
          <a:noFill/>
        </p:spPr>
        <p:txBody>
          <a:bodyPr wrap="square" rtlCol="0">
            <a:spAutoFit/>
          </a:bodyPr>
          <a:lstStyle/>
          <a:p>
            <a:pPr algn="ctr"/>
            <a:r>
              <a:rPr lang="hu-HU" sz="2400" b="1">
                <a:solidFill>
                  <a:schemeClr val="bg1">
                    <a:lumMod val="50000"/>
                  </a:schemeClr>
                </a:solidFill>
                <a:latin typeface="Calibri" panose="020F0502020204030204" pitchFamily="34" charset="0"/>
              </a:rPr>
              <a:t>MVM Catalyst A3 </a:t>
            </a:r>
            <a:r>
              <a:rPr lang="hu-HU" sz="2400" b="1" err="1">
                <a:solidFill>
                  <a:schemeClr val="bg1">
                    <a:lumMod val="50000"/>
                  </a:schemeClr>
                </a:solidFill>
                <a:latin typeface="Calibri" panose="020F0502020204030204" pitchFamily="34" charset="0"/>
              </a:rPr>
              <a:t>template</a:t>
            </a:r>
            <a:endParaRPr lang="hu-HU" sz="2400" b="1">
              <a:solidFill>
                <a:schemeClr val="bg1">
                  <a:lumMod val="50000"/>
                </a:schemeClr>
              </a:solidFill>
              <a:latin typeface="Calibri" panose="020F0502020204030204" pitchFamily="34" charset="0"/>
            </a:endParaRPr>
          </a:p>
        </p:txBody>
      </p:sp>
      <p:pic>
        <p:nvPicPr>
          <p:cNvPr id="9" name="Kép 8" descr="A képen Grafika, szöveg, Grafikus tervezés, poszter látható&#10;&#10;Automatikusan generált leírás">
            <a:extLst>
              <a:ext uri="{FF2B5EF4-FFF2-40B4-BE49-F238E27FC236}">
                <a16:creationId xmlns:a16="http://schemas.microsoft.com/office/drawing/2014/main" id="{DD5285BF-C03B-5978-1542-F877CAE59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79797" y="12416879"/>
            <a:ext cx="202987" cy="216678"/>
          </a:xfrm>
          <a:prstGeom prst="rect">
            <a:avLst/>
          </a:prstGeom>
        </p:spPr>
      </p:pic>
      <p:pic>
        <p:nvPicPr>
          <p:cNvPr id="11" name="Kép 10" descr="A képen tervezés, Betűtípus látható&#10;&#10;Automatikusan generált leírás">
            <a:extLst>
              <a:ext uri="{FF2B5EF4-FFF2-40B4-BE49-F238E27FC236}">
                <a16:creationId xmlns:a16="http://schemas.microsoft.com/office/drawing/2014/main" id="{FEC3143F-319B-55B1-4F86-E24731E3E896}"/>
              </a:ext>
            </a:extLst>
          </p:cNvPr>
          <p:cNvPicPr>
            <a:picLocks noChangeAspect="1"/>
          </p:cNvPicPr>
          <p:nvPr/>
        </p:nvPicPr>
        <p:blipFill rotWithShape="1">
          <a:blip r:embed="rId4">
            <a:extLst>
              <a:ext uri="{28A0092B-C50C-407E-A947-70E740481C1C}">
                <a14:useLocalDpi xmlns:a14="http://schemas.microsoft.com/office/drawing/2010/main" val="0"/>
              </a:ext>
            </a:extLst>
          </a:blip>
          <a:srcRect l="15131" t="37580" r="15263" b="37562"/>
          <a:stretch/>
        </p:blipFill>
        <p:spPr>
          <a:xfrm>
            <a:off x="8668633" y="12482440"/>
            <a:ext cx="492310" cy="124244"/>
          </a:xfrm>
          <a:prstGeom prst="rect">
            <a:avLst/>
          </a:prstGeom>
        </p:spPr>
      </p:pic>
      <p:sp>
        <p:nvSpPr>
          <p:cNvPr id="13" name="Téglalap 12">
            <a:extLst>
              <a:ext uri="{FF2B5EF4-FFF2-40B4-BE49-F238E27FC236}">
                <a16:creationId xmlns:a16="http://schemas.microsoft.com/office/drawing/2014/main" id="{A3DBC7AE-05FB-1028-4E7B-18BE5AED4C57}"/>
              </a:ext>
            </a:extLst>
          </p:cNvPr>
          <p:cNvSpPr/>
          <p:nvPr/>
        </p:nvSpPr>
        <p:spPr>
          <a:xfrm>
            <a:off x="327660" y="180545"/>
            <a:ext cx="9077544" cy="1247235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5" name="Téglalap 4">
            <a:extLst>
              <a:ext uri="{FF2B5EF4-FFF2-40B4-BE49-F238E27FC236}">
                <a16:creationId xmlns:a16="http://schemas.microsoft.com/office/drawing/2014/main" id="{E74D16F7-8988-642D-3269-25BF67A1B932}"/>
              </a:ext>
            </a:extLst>
          </p:cNvPr>
          <p:cNvSpPr/>
          <p:nvPr/>
        </p:nvSpPr>
        <p:spPr>
          <a:xfrm>
            <a:off x="408709" y="1956560"/>
            <a:ext cx="5740464" cy="3288364"/>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hu-HU" sz="1050">
              <a:solidFill>
                <a:schemeClr val="tx1"/>
              </a:solidFill>
              <a:latin typeface="Calibri" panose="020F0502020204030204" pitchFamily="34" charset="0"/>
              <a:cs typeface="Calibri" panose="020F0502020204030204" pitchFamily="34" charset="0"/>
            </a:endParaRPr>
          </a:p>
          <a:p>
            <a:endParaRPr lang="hu-HU" sz="1014">
              <a:solidFill>
                <a:schemeClr val="tx1"/>
              </a:solidFill>
            </a:endParaRPr>
          </a:p>
        </p:txBody>
      </p:sp>
      <p:sp>
        <p:nvSpPr>
          <p:cNvPr id="8" name="Téglalap 7">
            <a:extLst>
              <a:ext uri="{FF2B5EF4-FFF2-40B4-BE49-F238E27FC236}">
                <a16:creationId xmlns:a16="http://schemas.microsoft.com/office/drawing/2014/main" id="{9A1EDE07-1326-66E2-A53A-9D5B67D763CE}"/>
              </a:ext>
            </a:extLst>
          </p:cNvPr>
          <p:cNvSpPr/>
          <p:nvPr/>
        </p:nvSpPr>
        <p:spPr>
          <a:xfrm>
            <a:off x="6193292" y="1960144"/>
            <a:ext cx="3103124" cy="3284780"/>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sz="1014"/>
          </a:p>
        </p:txBody>
      </p:sp>
      <p:sp>
        <p:nvSpPr>
          <p:cNvPr id="14" name="Téglalap 13">
            <a:extLst>
              <a:ext uri="{FF2B5EF4-FFF2-40B4-BE49-F238E27FC236}">
                <a16:creationId xmlns:a16="http://schemas.microsoft.com/office/drawing/2014/main" id="{2EF72159-037F-AB2F-7C6E-BEB6F2E11153}"/>
              </a:ext>
            </a:extLst>
          </p:cNvPr>
          <p:cNvSpPr/>
          <p:nvPr/>
        </p:nvSpPr>
        <p:spPr>
          <a:xfrm>
            <a:off x="422055" y="5317681"/>
            <a:ext cx="8887708" cy="341213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sz="1014"/>
          </a:p>
        </p:txBody>
      </p:sp>
      <p:sp>
        <p:nvSpPr>
          <p:cNvPr id="16" name="Téglalap 15">
            <a:extLst>
              <a:ext uri="{FF2B5EF4-FFF2-40B4-BE49-F238E27FC236}">
                <a16:creationId xmlns:a16="http://schemas.microsoft.com/office/drawing/2014/main" id="{35D11CF4-E4B5-6931-1C1E-0ED0EBC152BE}"/>
              </a:ext>
            </a:extLst>
          </p:cNvPr>
          <p:cNvSpPr/>
          <p:nvPr/>
        </p:nvSpPr>
        <p:spPr>
          <a:xfrm>
            <a:off x="422671" y="8785959"/>
            <a:ext cx="2983108" cy="3820725"/>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sz="1014"/>
          </a:p>
        </p:txBody>
      </p:sp>
      <p:sp>
        <p:nvSpPr>
          <p:cNvPr id="17" name="Szövegdoboz 16">
            <a:extLst>
              <a:ext uri="{FF2B5EF4-FFF2-40B4-BE49-F238E27FC236}">
                <a16:creationId xmlns:a16="http://schemas.microsoft.com/office/drawing/2014/main" id="{7CD81E15-B8D2-7136-E332-AE70EB77D69D}"/>
              </a:ext>
            </a:extLst>
          </p:cNvPr>
          <p:cNvSpPr txBox="1"/>
          <p:nvPr/>
        </p:nvSpPr>
        <p:spPr>
          <a:xfrm>
            <a:off x="408708" y="732898"/>
            <a:ext cx="8880072" cy="300082"/>
          </a:xfrm>
          <a:prstGeom prst="rect">
            <a:avLst/>
          </a:prstGeom>
          <a:noFill/>
          <a:ln w="3175">
            <a:solidFill>
              <a:schemeClr val="tx1"/>
            </a:solidFill>
          </a:ln>
        </p:spPr>
        <p:txBody>
          <a:bodyPr wrap="square" rtlCol="0">
            <a:spAutoFit/>
          </a:bodyPr>
          <a:lstStyle/>
          <a:p>
            <a:r>
              <a:rPr lang="hu-HU" sz="1350" b="1"/>
              <a:t>Projekt név: </a:t>
            </a:r>
          </a:p>
        </p:txBody>
      </p:sp>
      <p:sp>
        <p:nvSpPr>
          <p:cNvPr id="18" name="Szövegdoboz 17">
            <a:extLst>
              <a:ext uri="{FF2B5EF4-FFF2-40B4-BE49-F238E27FC236}">
                <a16:creationId xmlns:a16="http://schemas.microsoft.com/office/drawing/2014/main" id="{7C8428A0-3F26-3749-86EC-FB31A0672A92}"/>
              </a:ext>
            </a:extLst>
          </p:cNvPr>
          <p:cNvSpPr txBox="1"/>
          <p:nvPr/>
        </p:nvSpPr>
        <p:spPr>
          <a:xfrm>
            <a:off x="423960" y="1972451"/>
            <a:ext cx="5724000" cy="261610"/>
          </a:xfrm>
          <a:prstGeom prst="rect">
            <a:avLst/>
          </a:prstGeom>
          <a:solidFill>
            <a:srgbClr val="FFC000"/>
          </a:solidFill>
        </p:spPr>
        <p:txBody>
          <a:bodyPr wrap="square" rtlCol="0" anchor="ctr">
            <a:spAutoFit/>
          </a:bodyPr>
          <a:lstStyle/>
          <a:p>
            <a:r>
              <a:rPr lang="hu-HU" sz="1100" b="1">
                <a:solidFill>
                  <a:schemeClr val="bg1"/>
                </a:solidFill>
              </a:rPr>
              <a:t>Alapok </a:t>
            </a:r>
            <a:r>
              <a:rPr lang="hu-HU" sz="1100">
                <a:solidFill>
                  <a:schemeClr val="bg1"/>
                </a:solidFill>
              </a:rPr>
              <a:t>– Háttér tisztázása és a probléma megfogalmazása</a:t>
            </a:r>
          </a:p>
        </p:txBody>
      </p:sp>
      <p:sp>
        <p:nvSpPr>
          <p:cNvPr id="19" name="Szövegdoboz 18">
            <a:extLst>
              <a:ext uri="{FF2B5EF4-FFF2-40B4-BE49-F238E27FC236}">
                <a16:creationId xmlns:a16="http://schemas.microsoft.com/office/drawing/2014/main" id="{DE363F39-F241-5A9E-12C1-62E22CD2E7A9}"/>
              </a:ext>
            </a:extLst>
          </p:cNvPr>
          <p:cNvSpPr txBox="1"/>
          <p:nvPr/>
        </p:nvSpPr>
        <p:spPr>
          <a:xfrm>
            <a:off x="6199998" y="1972451"/>
            <a:ext cx="3088782" cy="261610"/>
          </a:xfrm>
          <a:prstGeom prst="rect">
            <a:avLst/>
          </a:prstGeom>
          <a:solidFill>
            <a:srgbClr val="FFC000"/>
          </a:solidFill>
        </p:spPr>
        <p:txBody>
          <a:bodyPr wrap="square" rtlCol="0">
            <a:spAutoFit/>
          </a:bodyPr>
          <a:lstStyle/>
          <a:p>
            <a:r>
              <a:rPr lang="hu-HU" sz="1100" b="1">
                <a:solidFill>
                  <a:schemeClr val="bg1"/>
                </a:solidFill>
              </a:rPr>
              <a:t>Projekt erőforrás:</a:t>
            </a:r>
            <a:r>
              <a:rPr lang="hu-HU" sz="1100">
                <a:solidFill>
                  <a:schemeClr val="bg1"/>
                </a:solidFill>
              </a:rPr>
              <a:t> Milyen erőforrásra van szükség?</a:t>
            </a:r>
          </a:p>
        </p:txBody>
      </p:sp>
      <p:sp>
        <p:nvSpPr>
          <p:cNvPr id="20" name="Szövegdoboz 19">
            <a:extLst>
              <a:ext uri="{FF2B5EF4-FFF2-40B4-BE49-F238E27FC236}">
                <a16:creationId xmlns:a16="http://schemas.microsoft.com/office/drawing/2014/main" id="{6FF10774-1A3C-579C-CAF1-4AB80A2AFEC2}"/>
              </a:ext>
            </a:extLst>
          </p:cNvPr>
          <p:cNvSpPr txBox="1"/>
          <p:nvPr/>
        </p:nvSpPr>
        <p:spPr>
          <a:xfrm>
            <a:off x="431580" y="5333936"/>
            <a:ext cx="8864836" cy="261610"/>
          </a:xfrm>
          <a:prstGeom prst="rect">
            <a:avLst/>
          </a:prstGeom>
          <a:solidFill>
            <a:srgbClr val="FFC000"/>
          </a:solidFill>
        </p:spPr>
        <p:txBody>
          <a:bodyPr wrap="square" rtlCol="0">
            <a:spAutoFit/>
          </a:bodyPr>
          <a:lstStyle/>
          <a:p>
            <a:r>
              <a:rPr lang="hu-HU" sz="1100" b="1">
                <a:solidFill>
                  <a:schemeClr val="bg1"/>
                </a:solidFill>
              </a:rPr>
              <a:t>Stratégia – </a:t>
            </a:r>
            <a:r>
              <a:rPr lang="hu-HU" sz="1100">
                <a:solidFill>
                  <a:schemeClr val="bg1"/>
                </a:solidFill>
              </a:rPr>
              <a:t>Mi a projekt küldetése, missziója? Mi a stratégia? Hogy oldjuk meg a problémát? Mit kell tennünk és mikor?</a:t>
            </a:r>
          </a:p>
        </p:txBody>
      </p:sp>
      <p:sp>
        <p:nvSpPr>
          <p:cNvPr id="21" name="Szövegdoboz 20">
            <a:extLst>
              <a:ext uri="{FF2B5EF4-FFF2-40B4-BE49-F238E27FC236}">
                <a16:creationId xmlns:a16="http://schemas.microsoft.com/office/drawing/2014/main" id="{152D9CC7-F2BC-51E7-ED90-685CED036685}"/>
              </a:ext>
            </a:extLst>
          </p:cNvPr>
          <p:cNvSpPr txBox="1"/>
          <p:nvPr/>
        </p:nvSpPr>
        <p:spPr>
          <a:xfrm>
            <a:off x="431581" y="8798531"/>
            <a:ext cx="2970384" cy="430887"/>
          </a:xfrm>
          <a:prstGeom prst="rect">
            <a:avLst/>
          </a:prstGeom>
          <a:solidFill>
            <a:srgbClr val="FFC000"/>
          </a:solidFill>
        </p:spPr>
        <p:txBody>
          <a:bodyPr wrap="square" rtlCol="0">
            <a:spAutoFit/>
          </a:bodyPr>
          <a:lstStyle/>
          <a:p>
            <a:r>
              <a:rPr lang="hu-HU" sz="1100" b="1">
                <a:solidFill>
                  <a:schemeClr val="bg1"/>
                </a:solidFill>
              </a:rPr>
              <a:t>Operáció és </a:t>
            </a:r>
            <a:r>
              <a:rPr lang="hu-HU" sz="1100" b="1" err="1">
                <a:solidFill>
                  <a:schemeClr val="bg1"/>
                </a:solidFill>
              </a:rPr>
              <a:t>nyomonkövetés</a:t>
            </a:r>
            <a:r>
              <a:rPr lang="hu-HU" sz="1100" b="1">
                <a:solidFill>
                  <a:schemeClr val="bg1"/>
                </a:solidFill>
              </a:rPr>
              <a:t> </a:t>
            </a:r>
            <a:r>
              <a:rPr lang="hu-HU" sz="1100">
                <a:solidFill>
                  <a:schemeClr val="bg1"/>
                </a:solidFill>
              </a:rPr>
              <a:t>– Hogyan </a:t>
            </a:r>
            <a:r>
              <a:rPr lang="hu-HU" sz="1100" err="1">
                <a:solidFill>
                  <a:schemeClr val="bg1"/>
                </a:solidFill>
              </a:rPr>
              <a:t>monitorozzuk</a:t>
            </a:r>
            <a:r>
              <a:rPr lang="hu-HU" sz="1050">
                <a:solidFill>
                  <a:schemeClr val="bg1"/>
                </a:solidFill>
              </a:rPr>
              <a:t>?</a:t>
            </a:r>
          </a:p>
        </p:txBody>
      </p:sp>
      <p:graphicFrame>
        <p:nvGraphicFramePr>
          <p:cNvPr id="22" name="Táblázat 21">
            <a:extLst>
              <a:ext uri="{FF2B5EF4-FFF2-40B4-BE49-F238E27FC236}">
                <a16:creationId xmlns:a16="http://schemas.microsoft.com/office/drawing/2014/main" id="{D9DD0D3B-9A8A-F40A-0B48-28DC5EA8C5C5}"/>
              </a:ext>
            </a:extLst>
          </p:cNvPr>
          <p:cNvGraphicFramePr>
            <a:graphicFrameLocks noGrp="1"/>
          </p:cNvGraphicFramePr>
          <p:nvPr>
            <p:extLst>
              <p:ext uri="{D42A27DB-BD31-4B8C-83A1-F6EECF244321}">
                <p14:modId xmlns:p14="http://schemas.microsoft.com/office/powerpoint/2010/main" val="848109641"/>
              </p:ext>
            </p:extLst>
          </p:nvPr>
        </p:nvGraphicFramePr>
        <p:xfrm>
          <a:off x="408708" y="1118822"/>
          <a:ext cx="5725224" cy="702948"/>
        </p:xfrm>
        <a:graphic>
          <a:graphicData uri="http://schemas.openxmlformats.org/drawingml/2006/table">
            <a:tbl>
              <a:tblPr firstRow="1" bandRow="1">
                <a:tableStyleId>{5C22544A-7EE6-4342-B048-85BDC9FD1C3A}</a:tableStyleId>
              </a:tblPr>
              <a:tblGrid>
                <a:gridCol w="2000625">
                  <a:extLst>
                    <a:ext uri="{9D8B030D-6E8A-4147-A177-3AD203B41FA5}">
                      <a16:colId xmlns:a16="http://schemas.microsoft.com/office/drawing/2014/main" val="3533706151"/>
                    </a:ext>
                  </a:extLst>
                </a:gridCol>
                <a:gridCol w="3724599">
                  <a:extLst>
                    <a:ext uri="{9D8B030D-6E8A-4147-A177-3AD203B41FA5}">
                      <a16:colId xmlns:a16="http://schemas.microsoft.com/office/drawing/2014/main" val="1658208183"/>
                    </a:ext>
                  </a:extLst>
                </a:gridCol>
              </a:tblGrid>
              <a:tr h="214085">
                <a:tc>
                  <a:txBody>
                    <a:bodyPr/>
                    <a:lstStyle/>
                    <a:p>
                      <a:pPr algn="l"/>
                      <a:r>
                        <a:rPr lang="hu-HU" sz="1200" b="1">
                          <a:solidFill>
                            <a:schemeClr val="bg1"/>
                          </a:solidFill>
                        </a:rPr>
                        <a:t>Projekt szponzor</a:t>
                      </a: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endParaRPr lang="hu-HU" sz="600"/>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9407379"/>
                  </a:ext>
                </a:extLst>
              </a:tr>
              <a:tr h="214085">
                <a:tc>
                  <a:txBody>
                    <a:bodyPr/>
                    <a:lstStyle/>
                    <a:p>
                      <a:pPr marL="0" algn="l" defTabSz="609630" rtl="0" eaLnBrk="1" latinLnBrk="0" hangingPunct="1"/>
                      <a:r>
                        <a:rPr lang="hu-HU" sz="1200" b="1" kern="1200">
                          <a:solidFill>
                            <a:schemeClr val="bg1"/>
                          </a:solidFill>
                          <a:latin typeface="+mn-lt"/>
                          <a:ea typeface="+mn-ea"/>
                          <a:cs typeface="+mn-cs"/>
                        </a:rPr>
                        <a:t>Projektvezető</a:t>
                      </a: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endParaRPr lang="hu-HU" sz="600"/>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8747733"/>
                  </a:ext>
                </a:extLst>
              </a:tr>
              <a:tr h="214085">
                <a:tc>
                  <a:txBody>
                    <a:bodyPr/>
                    <a:lstStyle/>
                    <a:p>
                      <a:pPr algn="l"/>
                      <a:r>
                        <a:rPr lang="hu-HU" sz="1200" b="1">
                          <a:solidFill>
                            <a:schemeClr val="bg1"/>
                          </a:solidFill>
                        </a:rPr>
                        <a:t>Csapattagok</a:t>
                      </a: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endParaRPr lang="hu-HU" sz="600"/>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1635345"/>
                  </a:ext>
                </a:extLst>
              </a:tr>
            </a:tbl>
          </a:graphicData>
        </a:graphic>
      </p:graphicFrame>
      <p:graphicFrame>
        <p:nvGraphicFramePr>
          <p:cNvPr id="23" name="Táblázat 22">
            <a:extLst>
              <a:ext uri="{FF2B5EF4-FFF2-40B4-BE49-F238E27FC236}">
                <a16:creationId xmlns:a16="http://schemas.microsoft.com/office/drawing/2014/main" id="{0FCBEAC3-3EDE-B55C-6F29-821B655BD5D2}"/>
              </a:ext>
            </a:extLst>
          </p:cNvPr>
          <p:cNvGraphicFramePr>
            <a:graphicFrameLocks noGrp="1"/>
          </p:cNvGraphicFramePr>
          <p:nvPr>
            <p:extLst>
              <p:ext uri="{D42A27DB-BD31-4B8C-83A1-F6EECF244321}">
                <p14:modId xmlns:p14="http://schemas.microsoft.com/office/powerpoint/2010/main" val="3451078590"/>
              </p:ext>
            </p:extLst>
          </p:nvPr>
        </p:nvGraphicFramePr>
        <p:xfrm>
          <a:off x="6243568" y="1118822"/>
          <a:ext cx="3052848" cy="702948"/>
        </p:xfrm>
        <a:graphic>
          <a:graphicData uri="http://schemas.openxmlformats.org/drawingml/2006/table">
            <a:tbl>
              <a:tblPr firstRow="1" bandRow="1">
                <a:tableStyleId>{5C22544A-7EE6-4342-B048-85BDC9FD1C3A}</a:tableStyleId>
              </a:tblPr>
              <a:tblGrid>
                <a:gridCol w="1017616">
                  <a:extLst>
                    <a:ext uri="{9D8B030D-6E8A-4147-A177-3AD203B41FA5}">
                      <a16:colId xmlns:a16="http://schemas.microsoft.com/office/drawing/2014/main" val="1658208183"/>
                    </a:ext>
                  </a:extLst>
                </a:gridCol>
                <a:gridCol w="1017616">
                  <a:extLst>
                    <a:ext uri="{9D8B030D-6E8A-4147-A177-3AD203B41FA5}">
                      <a16:colId xmlns:a16="http://schemas.microsoft.com/office/drawing/2014/main" val="2736777854"/>
                    </a:ext>
                  </a:extLst>
                </a:gridCol>
                <a:gridCol w="1017616">
                  <a:extLst>
                    <a:ext uri="{9D8B030D-6E8A-4147-A177-3AD203B41FA5}">
                      <a16:colId xmlns:a16="http://schemas.microsoft.com/office/drawing/2014/main" val="2147098000"/>
                    </a:ext>
                  </a:extLst>
                </a:gridCol>
              </a:tblGrid>
              <a:tr h="175737">
                <a:tc>
                  <a:txBody>
                    <a:bodyPr/>
                    <a:lstStyle/>
                    <a:p>
                      <a:pPr algn="ctr"/>
                      <a:r>
                        <a:rPr lang="hu-HU" sz="700" b="0">
                          <a:solidFill>
                            <a:schemeClr val="bg1"/>
                          </a:solidFill>
                        </a:rPr>
                        <a:t>1. lépés</a:t>
                      </a: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hu-HU" sz="700" b="0">
                          <a:solidFill>
                            <a:schemeClr val="bg1"/>
                          </a:solidFill>
                        </a:rPr>
                        <a:t>2. lépés</a:t>
                      </a: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hu-HU" sz="700" b="0">
                          <a:solidFill>
                            <a:schemeClr val="bg1"/>
                          </a:solidFill>
                        </a:rPr>
                        <a:t>3. lépés</a:t>
                      </a: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59407379"/>
                  </a:ext>
                </a:extLst>
              </a:tr>
              <a:tr h="175737">
                <a:tc>
                  <a:txBody>
                    <a:bodyPr/>
                    <a:lstStyle/>
                    <a:p>
                      <a:pPr algn="l"/>
                      <a:endParaRPr lang="hu-HU" sz="700">
                        <a:solidFill>
                          <a:schemeClr val="tx1"/>
                        </a:solidFill>
                      </a:endParaRP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hu-HU" sz="700">
                        <a:solidFill>
                          <a:schemeClr val="tx1"/>
                        </a:solidFill>
                      </a:endParaRP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hu-HU" sz="700">
                        <a:solidFill>
                          <a:schemeClr val="tx1"/>
                        </a:solidFill>
                      </a:endParaRP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8747733"/>
                  </a:ext>
                </a:extLst>
              </a:tr>
              <a:tr h="175737">
                <a:tc>
                  <a:txBody>
                    <a:bodyPr/>
                    <a:lstStyle/>
                    <a:p>
                      <a:pPr algn="ctr"/>
                      <a:r>
                        <a:rPr lang="hu-HU" sz="700">
                          <a:solidFill>
                            <a:schemeClr val="bg1"/>
                          </a:solidFill>
                        </a:rPr>
                        <a:t>4. lépés</a:t>
                      </a: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hu-HU" sz="700">
                          <a:solidFill>
                            <a:schemeClr val="bg1"/>
                          </a:solidFill>
                        </a:rPr>
                        <a:t>5. lépés</a:t>
                      </a: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hu-HU" sz="700">
                          <a:solidFill>
                            <a:schemeClr val="bg1"/>
                          </a:solidFill>
                        </a:rPr>
                        <a:t>6. lépés</a:t>
                      </a: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91635345"/>
                  </a:ext>
                </a:extLst>
              </a:tr>
              <a:tr h="175737">
                <a:tc>
                  <a:txBody>
                    <a:bodyPr/>
                    <a:lstStyle/>
                    <a:p>
                      <a:pPr algn="l"/>
                      <a:endParaRPr lang="hu-HU" sz="700">
                        <a:solidFill>
                          <a:schemeClr val="tx1"/>
                        </a:solidFill>
                      </a:endParaRP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hu-HU" sz="700">
                        <a:solidFill>
                          <a:schemeClr val="tx1"/>
                        </a:solidFill>
                      </a:endParaRP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hu-HU" sz="700">
                        <a:solidFill>
                          <a:schemeClr val="tx1"/>
                        </a:solidFill>
                      </a:endParaRPr>
                    </a:p>
                  </a:txBody>
                  <a:tcPr marL="51435" marR="51435" marT="25718" marB="257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9296085"/>
                  </a:ext>
                </a:extLst>
              </a:tr>
            </a:tbl>
          </a:graphicData>
        </a:graphic>
      </p:graphicFrame>
      <p:sp>
        <p:nvSpPr>
          <p:cNvPr id="24" name="Téglalap 23">
            <a:extLst>
              <a:ext uri="{FF2B5EF4-FFF2-40B4-BE49-F238E27FC236}">
                <a16:creationId xmlns:a16="http://schemas.microsoft.com/office/drawing/2014/main" id="{6AD04B1D-58BF-C35E-989D-925E671DEACB}"/>
              </a:ext>
            </a:extLst>
          </p:cNvPr>
          <p:cNvSpPr/>
          <p:nvPr/>
        </p:nvSpPr>
        <p:spPr>
          <a:xfrm>
            <a:off x="3476625" y="8785958"/>
            <a:ext cx="3028952" cy="3820725"/>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sz="1014"/>
          </a:p>
        </p:txBody>
      </p:sp>
      <p:sp>
        <p:nvSpPr>
          <p:cNvPr id="25" name="Téglalap 24">
            <a:extLst>
              <a:ext uri="{FF2B5EF4-FFF2-40B4-BE49-F238E27FC236}">
                <a16:creationId xmlns:a16="http://schemas.microsoft.com/office/drawing/2014/main" id="{56DF6F0A-AC2E-D928-EDD5-1F14CE7C701A}"/>
              </a:ext>
            </a:extLst>
          </p:cNvPr>
          <p:cNvSpPr/>
          <p:nvPr/>
        </p:nvSpPr>
        <p:spPr>
          <a:xfrm>
            <a:off x="6576423" y="8782966"/>
            <a:ext cx="2733339" cy="3583297"/>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sz="1014"/>
          </a:p>
        </p:txBody>
      </p:sp>
      <p:sp>
        <p:nvSpPr>
          <p:cNvPr id="26" name="Szövegdoboz 25">
            <a:extLst>
              <a:ext uri="{FF2B5EF4-FFF2-40B4-BE49-F238E27FC236}">
                <a16:creationId xmlns:a16="http://schemas.microsoft.com/office/drawing/2014/main" id="{6229B4A9-8B80-81C8-A2AA-E0E0338A21FA}"/>
              </a:ext>
            </a:extLst>
          </p:cNvPr>
          <p:cNvSpPr txBox="1"/>
          <p:nvPr/>
        </p:nvSpPr>
        <p:spPr>
          <a:xfrm>
            <a:off x="3491543" y="8800877"/>
            <a:ext cx="3014033" cy="430887"/>
          </a:xfrm>
          <a:prstGeom prst="rect">
            <a:avLst/>
          </a:prstGeom>
          <a:solidFill>
            <a:srgbClr val="FFC000"/>
          </a:solidFill>
        </p:spPr>
        <p:txBody>
          <a:bodyPr wrap="square">
            <a:spAutoFit/>
          </a:bodyPr>
          <a:lstStyle/>
          <a:p>
            <a:r>
              <a:rPr lang="hu-HU" sz="1100" b="1">
                <a:solidFill>
                  <a:schemeClr val="bg1"/>
                </a:solidFill>
              </a:rPr>
              <a:t>Csapat, eredmények </a:t>
            </a:r>
            <a:r>
              <a:rPr lang="hu-HU" sz="1100">
                <a:solidFill>
                  <a:schemeClr val="bg1"/>
                </a:solidFill>
              </a:rPr>
              <a:t>– Hogyan fogom működtetni?</a:t>
            </a:r>
          </a:p>
        </p:txBody>
      </p:sp>
      <p:sp>
        <p:nvSpPr>
          <p:cNvPr id="27" name="Szövegdoboz 26">
            <a:extLst>
              <a:ext uri="{FF2B5EF4-FFF2-40B4-BE49-F238E27FC236}">
                <a16:creationId xmlns:a16="http://schemas.microsoft.com/office/drawing/2014/main" id="{93BE4FBE-3287-B8D0-9991-3A551DCD4A39}"/>
              </a:ext>
            </a:extLst>
          </p:cNvPr>
          <p:cNvSpPr txBox="1"/>
          <p:nvPr/>
        </p:nvSpPr>
        <p:spPr>
          <a:xfrm>
            <a:off x="6597204" y="8798871"/>
            <a:ext cx="2699212" cy="430887"/>
          </a:xfrm>
          <a:prstGeom prst="rect">
            <a:avLst/>
          </a:prstGeom>
          <a:solidFill>
            <a:srgbClr val="FFC000"/>
          </a:solidFill>
        </p:spPr>
        <p:txBody>
          <a:bodyPr wrap="square">
            <a:spAutoFit/>
          </a:bodyPr>
          <a:lstStyle/>
          <a:p>
            <a:r>
              <a:rPr lang="hu-HU" sz="1100" b="1">
                <a:solidFill>
                  <a:schemeClr val="bg1"/>
                </a:solidFill>
              </a:rPr>
              <a:t>Fenntartás </a:t>
            </a:r>
            <a:r>
              <a:rPr lang="hu-HU" sz="1100">
                <a:solidFill>
                  <a:schemeClr val="bg1"/>
                </a:solidFill>
              </a:rPr>
              <a:t>– Hogyan biztosítjuk a folyamatos fejlődést?</a:t>
            </a:r>
          </a:p>
        </p:txBody>
      </p:sp>
      <p:sp>
        <p:nvSpPr>
          <p:cNvPr id="28" name="Szövegdoboz 27">
            <a:extLst>
              <a:ext uri="{FF2B5EF4-FFF2-40B4-BE49-F238E27FC236}">
                <a16:creationId xmlns:a16="http://schemas.microsoft.com/office/drawing/2014/main" id="{B0A52BF4-EE56-29FB-A7D7-CEF2D84A4995}"/>
              </a:ext>
            </a:extLst>
          </p:cNvPr>
          <p:cNvSpPr txBox="1"/>
          <p:nvPr/>
        </p:nvSpPr>
        <p:spPr>
          <a:xfrm>
            <a:off x="6185129" y="2243712"/>
            <a:ext cx="3024067" cy="2354491"/>
          </a:xfrm>
          <a:prstGeom prst="rect">
            <a:avLst/>
          </a:prstGeom>
          <a:noFill/>
        </p:spPr>
        <p:txBody>
          <a:bodyPr wrap="square" rtlCol="0">
            <a:spAutoFit/>
          </a:bodyPr>
          <a:lstStyle/>
          <a:p>
            <a:r>
              <a:rPr lang="hu-HU" sz="1050" b="1"/>
              <a:t>Erőforrás típusok: </a:t>
            </a:r>
            <a:r>
              <a:rPr lang="hu-HU" sz="1050"/>
              <a:t>Humán, pénzügyi, technológiai…</a:t>
            </a:r>
          </a:p>
          <a:p>
            <a:endParaRPr lang="hu-HU" sz="1050" b="1"/>
          </a:p>
          <a:p>
            <a:r>
              <a:rPr lang="hu-HU" sz="1050" b="1"/>
              <a:t>Cél: </a:t>
            </a:r>
            <a:r>
              <a:rPr lang="hu-HU" sz="1050"/>
              <a:t>Meghatározni a projekt sikeres végrehajtásához szükséges és rendelkezésre álló erőforrásokat, valamint azonosítani az esetleges hiányosságokat.</a:t>
            </a:r>
          </a:p>
          <a:p>
            <a:endParaRPr lang="hu-HU" sz="1050" b="1"/>
          </a:p>
          <a:p>
            <a:r>
              <a:rPr lang="hu-HU" sz="1050" b="1"/>
              <a:t>Teendők:</a:t>
            </a:r>
          </a:p>
          <a:p>
            <a:pPr marL="228600" indent="-228600">
              <a:buAutoNum type="arabicPeriod"/>
            </a:pPr>
            <a:r>
              <a:rPr lang="hu-HU" sz="1050"/>
              <a:t>Erőforrások felmérése</a:t>
            </a:r>
          </a:p>
          <a:p>
            <a:pPr marL="228600" indent="-228600">
              <a:buAutoNum type="arabicPeriod"/>
            </a:pPr>
            <a:r>
              <a:rPr lang="hu-HU" sz="1050"/>
              <a:t>Szakértelem azonosítása</a:t>
            </a:r>
          </a:p>
          <a:p>
            <a:pPr marL="228600" indent="-228600">
              <a:buAutoNum type="arabicPeriod"/>
            </a:pPr>
            <a:r>
              <a:rPr lang="hu-HU" sz="1050"/>
              <a:t>Hiányosságok felismerése</a:t>
            </a:r>
          </a:p>
          <a:p>
            <a:pPr marL="228600" indent="-228600">
              <a:buAutoNum type="arabicPeriod"/>
            </a:pPr>
            <a:r>
              <a:rPr lang="hu-HU" sz="1050"/>
              <a:t>Eszközök, technológiák felmérése</a:t>
            </a:r>
          </a:p>
          <a:p>
            <a:pPr marL="228600" indent="-228600">
              <a:buAutoNum type="arabicPeriod"/>
            </a:pPr>
            <a:r>
              <a:rPr lang="hu-HU" sz="1050"/>
              <a:t>Kockázatok elemzése</a:t>
            </a:r>
          </a:p>
          <a:p>
            <a:pPr marL="228600" indent="-228600">
              <a:buAutoNum type="arabicPeriod"/>
            </a:pPr>
            <a:r>
              <a:rPr lang="hu-HU" sz="1050"/>
              <a:t>Megtérülés számítása</a:t>
            </a:r>
          </a:p>
          <a:p>
            <a:pPr marL="228600" indent="-228600">
              <a:buAutoNum type="arabicPeriod"/>
            </a:pPr>
            <a:r>
              <a:rPr lang="hu-HU" sz="1050"/>
              <a:t>Üzleti terv készítése</a:t>
            </a:r>
          </a:p>
        </p:txBody>
      </p:sp>
      <p:sp>
        <p:nvSpPr>
          <p:cNvPr id="29" name="Szövegdoboz 28">
            <a:extLst>
              <a:ext uri="{FF2B5EF4-FFF2-40B4-BE49-F238E27FC236}">
                <a16:creationId xmlns:a16="http://schemas.microsoft.com/office/drawing/2014/main" id="{195F5976-78C0-556C-2802-22D0A3818F9B}"/>
              </a:ext>
            </a:extLst>
          </p:cNvPr>
          <p:cNvSpPr txBox="1"/>
          <p:nvPr/>
        </p:nvSpPr>
        <p:spPr>
          <a:xfrm>
            <a:off x="446821" y="2248771"/>
            <a:ext cx="5688009" cy="2841868"/>
          </a:xfrm>
          <a:prstGeom prst="rect">
            <a:avLst/>
          </a:prstGeom>
          <a:noFill/>
        </p:spPr>
        <p:txBody>
          <a:bodyPr wrap="square" rtlCol="0">
            <a:spAutoFit/>
          </a:bodyPr>
          <a:lstStyle/>
          <a:p>
            <a:r>
              <a:rPr lang="hu-HU" sz="1050" b="1">
                <a:solidFill>
                  <a:schemeClr val="tx1"/>
                </a:solidFill>
                <a:latin typeface="+mj-lt"/>
              </a:rPr>
              <a:t>Cél</a:t>
            </a:r>
            <a:r>
              <a:rPr lang="hu-HU" sz="1050">
                <a:solidFill>
                  <a:schemeClr val="tx1"/>
                </a:solidFill>
                <a:latin typeface="+mj-lt"/>
              </a:rPr>
              <a:t>: </a:t>
            </a:r>
            <a:r>
              <a:rPr kumimoji="0" lang="hu-HU" altLang="hu-HU" sz="1050" b="0" i="0" u="none" strike="noStrike" cap="none" normalizeH="0" baseline="0">
                <a:ln>
                  <a:noFill/>
                </a:ln>
                <a:solidFill>
                  <a:schemeClr val="tx1"/>
                </a:solidFill>
                <a:effectLst/>
                <a:latin typeface="+mj-lt"/>
                <a:cs typeface="Calibri" panose="020F0502020204030204" pitchFamily="34" charset="0"/>
              </a:rPr>
              <a:t>Megérteni a probléma kontextusát, jelentőségét és a jelenlegi helyzet pontos feltérképezését.</a:t>
            </a:r>
          </a:p>
          <a:p>
            <a:pPr marL="0" marR="0" lvl="0" indent="0" algn="l" defTabSz="914400" rtl="0" eaLnBrk="0" fontAlgn="base" latinLnBrk="0" hangingPunct="0">
              <a:lnSpc>
                <a:spcPct val="100000"/>
              </a:lnSpc>
              <a:spcBef>
                <a:spcPct val="0"/>
              </a:spcBef>
              <a:spcAft>
                <a:spcPct val="0"/>
              </a:spcAft>
              <a:buClrTx/>
              <a:buSzTx/>
              <a:tabLst/>
            </a:pPr>
            <a:endParaRPr kumimoji="0" lang="hu-HU" altLang="hu-HU" sz="105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hu-HU" altLang="hu-HU" sz="1050" b="1" i="0" u="none" strike="noStrike" cap="none" normalizeH="0" baseline="0">
                <a:ln>
                  <a:noFill/>
                </a:ln>
                <a:solidFill>
                  <a:schemeClr val="tx1"/>
                </a:solidFill>
                <a:effectLst/>
                <a:latin typeface="+mj-lt"/>
              </a:rPr>
              <a:t>Teendők:</a:t>
            </a:r>
          </a:p>
          <a:p>
            <a:pPr marL="0" marR="0" lvl="0" indent="0" algn="l" defTabSz="914400" rtl="0" eaLnBrk="0" fontAlgn="base" latinLnBrk="0" hangingPunct="0">
              <a:lnSpc>
                <a:spcPct val="100000"/>
              </a:lnSpc>
              <a:spcBef>
                <a:spcPct val="0"/>
              </a:spcBef>
              <a:spcAft>
                <a:spcPct val="0"/>
              </a:spcAft>
              <a:buClrTx/>
              <a:buSzTx/>
              <a:tabLst/>
            </a:pPr>
            <a:endParaRPr kumimoji="0" lang="hu-HU" altLang="hu-HU" sz="105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lang="hu-HU" altLang="hu-HU" sz="1050" b="1">
                <a:latin typeface="+mj-lt"/>
              </a:rPr>
              <a:t>Jelenállapot elemzése</a:t>
            </a:r>
            <a:endParaRPr kumimoji="0" lang="hu-HU" altLang="hu-HU" sz="1050" b="0" i="0" u="none" strike="noStrike" cap="none" normalizeH="0" baseline="0">
              <a:ln>
                <a:noFill/>
              </a:ln>
              <a:solidFill>
                <a:schemeClr val="tx1"/>
              </a:solidFill>
              <a:effectLst/>
              <a:latin typeface="+mj-l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latin typeface="+mj-lt"/>
              </a:rPr>
              <a:t>Probléma leírása</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latin typeface="+mj-lt"/>
              </a:rPr>
              <a:t>Kontextus megadása</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latin typeface="+mj-lt"/>
              </a:rPr>
              <a:t>Adatok és tények gyűjtése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b="0" i="0" u="none" strike="noStrike" cap="none" normalizeH="0" baseline="0">
                <a:ln>
                  <a:noFill/>
                </a:ln>
                <a:solidFill>
                  <a:schemeClr val="tx1"/>
                </a:solidFill>
                <a:effectLst/>
                <a:latin typeface="+mj-lt"/>
                <a:cs typeface="Calibri" panose="020F0502020204030204" pitchFamily="34" charset="0"/>
              </a:rPr>
              <a:t>Érintettek feltérképezése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kumimoji="0" lang="hu-HU" altLang="hu-HU" sz="1050" b="0" i="0" u="none" strike="noStrike" cap="none" normalizeH="0" baseline="0">
              <a:ln>
                <a:noFill/>
              </a:ln>
              <a:solidFill>
                <a:schemeClr val="tx1"/>
              </a:solidFill>
              <a:effectLst/>
              <a:latin typeface="+mj-lt"/>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r>
              <a:rPr lang="hu-HU" altLang="hu-HU" sz="1050" b="1">
                <a:latin typeface="+mj-lt"/>
                <a:cs typeface="Calibri" panose="020F0502020204030204" pitchFamily="34" charset="0"/>
              </a:rPr>
              <a:t>Célállapot megfogalmazása</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hu-HU" altLang="hu-HU" sz="1050" err="1">
                <a:latin typeface="+mj-lt"/>
                <a:cs typeface="Calibri" panose="020F0502020204030204" pitchFamily="34" charset="0"/>
              </a:rPr>
              <a:t>Stakeholderek</a:t>
            </a:r>
            <a:r>
              <a:rPr lang="hu-HU" altLang="hu-HU" sz="1050">
                <a:latin typeface="+mj-lt"/>
                <a:cs typeface="Calibri" panose="020F0502020204030204" pitchFamily="34" charset="0"/>
              </a:rPr>
              <a:t> feltérképezése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lang="hu-HU" altLang="hu-HU" sz="1050">
              <a:latin typeface="+mj-lt"/>
              <a:cs typeface="Calibri" panose="020F050202020403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lang="hu-HU" altLang="hu-HU" sz="1050">
              <a:latin typeface="+mj-lt"/>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hu-HU" altLang="hu-HU" sz="1050" b="1" i="0" u="none" strike="noStrike" cap="none" normalizeH="0" baseline="0">
              <a:ln>
                <a:noFill/>
              </a:ln>
              <a:solidFill>
                <a:schemeClr val="tx1"/>
              </a:solidFill>
              <a:effectLst/>
              <a:latin typeface="+mj-lt"/>
              <a:cs typeface="Calibri" panose="020F0502020204030204" pitchFamily="34" charset="0"/>
            </a:endParaRPr>
          </a:p>
          <a:p>
            <a:endParaRPr lang="hu-HU"/>
          </a:p>
        </p:txBody>
      </p:sp>
      <p:sp>
        <p:nvSpPr>
          <p:cNvPr id="30" name="Szövegdoboz 29">
            <a:extLst>
              <a:ext uri="{FF2B5EF4-FFF2-40B4-BE49-F238E27FC236}">
                <a16:creationId xmlns:a16="http://schemas.microsoft.com/office/drawing/2014/main" id="{461346C5-DA46-2FA1-D381-268B5621EBEA}"/>
              </a:ext>
            </a:extLst>
          </p:cNvPr>
          <p:cNvSpPr txBox="1"/>
          <p:nvPr/>
        </p:nvSpPr>
        <p:spPr>
          <a:xfrm>
            <a:off x="3087226" y="2833942"/>
            <a:ext cx="1919115" cy="1384995"/>
          </a:xfrm>
          <a:prstGeom prst="rect">
            <a:avLst/>
          </a:prstGeom>
          <a:noFill/>
        </p:spPr>
        <p:txBody>
          <a:bodyPr wrap="none" rtlCol="0">
            <a:spAutoFit/>
          </a:bodyPr>
          <a:lstStyle/>
          <a:p>
            <a:r>
              <a:rPr lang="hu-HU" sz="1050" b="1">
                <a:latin typeface="+mj-lt"/>
              </a:rPr>
              <a:t>Probléma definiálása</a:t>
            </a:r>
          </a:p>
          <a:p>
            <a:pPr marL="228600" indent="-228600">
              <a:buFont typeface="+mj-lt"/>
              <a:buAutoNum type="arabicPeriod"/>
            </a:pPr>
            <a:r>
              <a:rPr lang="hu-HU" sz="1050">
                <a:latin typeface="+mj-lt"/>
              </a:rPr>
              <a:t>Eltérés elemzése</a:t>
            </a:r>
          </a:p>
          <a:p>
            <a:pPr marL="228600" indent="-228600">
              <a:buFont typeface="+mj-lt"/>
              <a:buAutoNum type="arabicPeriod"/>
            </a:pPr>
            <a:r>
              <a:rPr lang="hu-HU" sz="1050">
                <a:latin typeface="+mj-lt"/>
              </a:rPr>
              <a:t>Probléma megfogalmazása</a:t>
            </a:r>
          </a:p>
          <a:p>
            <a:endParaRPr lang="hu-HU" sz="1050" b="1">
              <a:latin typeface="+mj-lt"/>
            </a:endParaRPr>
          </a:p>
          <a:p>
            <a:r>
              <a:rPr lang="hu-HU" sz="1050" b="1">
                <a:latin typeface="+mj-lt"/>
              </a:rPr>
              <a:t>Gyökérokelemzés</a:t>
            </a:r>
          </a:p>
          <a:p>
            <a:pPr marL="228600" indent="-228600">
              <a:buFont typeface="+mj-lt"/>
              <a:buAutoNum type="arabicPeriod"/>
            </a:pPr>
            <a:r>
              <a:rPr lang="hu-HU" sz="1050">
                <a:latin typeface="+mj-lt"/>
              </a:rPr>
              <a:t>Adatgyűjtés, elemzés</a:t>
            </a:r>
          </a:p>
          <a:p>
            <a:pPr marL="228600" indent="-228600">
              <a:buFont typeface="+mj-lt"/>
              <a:buAutoNum type="arabicPeriod"/>
            </a:pPr>
            <a:r>
              <a:rPr lang="hu-HU" sz="1050">
                <a:latin typeface="+mj-lt"/>
              </a:rPr>
              <a:t>Gyökérokok azonosítása</a:t>
            </a:r>
          </a:p>
          <a:p>
            <a:pPr marL="228600" indent="-228600">
              <a:buFont typeface="+mj-lt"/>
              <a:buAutoNum type="arabicPeriod"/>
            </a:pPr>
            <a:r>
              <a:rPr lang="hu-HU" sz="1050" err="1">
                <a:latin typeface="+mj-lt"/>
              </a:rPr>
              <a:t>Validálás</a:t>
            </a:r>
            <a:endParaRPr lang="hu-HU" sz="1050">
              <a:latin typeface="+mj-lt"/>
            </a:endParaRPr>
          </a:p>
        </p:txBody>
      </p:sp>
      <p:sp>
        <p:nvSpPr>
          <p:cNvPr id="31" name="Szövegdoboz 30">
            <a:extLst>
              <a:ext uri="{FF2B5EF4-FFF2-40B4-BE49-F238E27FC236}">
                <a16:creationId xmlns:a16="http://schemas.microsoft.com/office/drawing/2014/main" id="{282DBE2F-8D5A-2B81-0B19-0C790805260D}"/>
              </a:ext>
            </a:extLst>
          </p:cNvPr>
          <p:cNvSpPr txBox="1"/>
          <p:nvPr/>
        </p:nvSpPr>
        <p:spPr>
          <a:xfrm>
            <a:off x="422671" y="6881686"/>
            <a:ext cx="2579609" cy="2031325"/>
          </a:xfrm>
          <a:prstGeom prst="rect">
            <a:avLst/>
          </a:prstGeom>
          <a:noFill/>
        </p:spPr>
        <p:txBody>
          <a:bodyPr wrap="square" rtlCol="0">
            <a:spAutoFit/>
          </a:bodyPr>
          <a:lstStyle/>
          <a:p>
            <a:r>
              <a:rPr lang="hu-HU" sz="1050" b="1"/>
              <a:t>Stratégia – Hogyan oldjuk meg?</a:t>
            </a:r>
          </a:p>
          <a:p>
            <a:endParaRPr lang="hu-HU" sz="1050"/>
          </a:p>
          <a:p>
            <a:r>
              <a:rPr lang="hu-HU" sz="1050" b="1"/>
              <a:t>Cél: </a:t>
            </a:r>
            <a:r>
              <a:rPr lang="hu-HU" sz="1050"/>
              <a:t>Kidolgozni egy megközelítést, ami kezeli a gyökérokokat.</a:t>
            </a:r>
          </a:p>
          <a:p>
            <a:endParaRPr lang="hu-HU" sz="1050"/>
          </a:p>
          <a:p>
            <a:r>
              <a:rPr lang="hu-HU" sz="1050" b="1"/>
              <a:t>Teendők:</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Lehetséges megoldások generálása</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Megoldások értékelése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Legjobb stratégia kiválasztása</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hu-HU" altLang="hu-HU" sz="1050"/>
              <a:t>Kockázatelemzés</a:t>
            </a:r>
            <a:endParaRPr kumimoji="0" lang="hu-HU" altLang="hu-HU" sz="1050" i="0" u="none" strike="noStrike" cap="none" normalizeH="0" baseline="0">
              <a:ln>
                <a:noFill/>
              </a:ln>
              <a:solidFill>
                <a:schemeClr val="tx1"/>
              </a:solidFill>
              <a:effectLst/>
            </a:endParaRPr>
          </a:p>
          <a:p>
            <a:endParaRPr lang="hu-HU" sz="1050"/>
          </a:p>
          <a:p>
            <a:endParaRPr lang="hu-HU" sz="1050"/>
          </a:p>
        </p:txBody>
      </p:sp>
      <p:sp>
        <p:nvSpPr>
          <p:cNvPr id="96" name="Szövegdoboz 95">
            <a:extLst>
              <a:ext uri="{FF2B5EF4-FFF2-40B4-BE49-F238E27FC236}">
                <a16:creationId xmlns:a16="http://schemas.microsoft.com/office/drawing/2014/main" id="{9ABEDAC4-7B27-89F0-937A-62EAF66C3643}"/>
              </a:ext>
            </a:extLst>
          </p:cNvPr>
          <p:cNvSpPr txBox="1"/>
          <p:nvPr/>
        </p:nvSpPr>
        <p:spPr>
          <a:xfrm>
            <a:off x="4785360" y="6883971"/>
            <a:ext cx="3248301" cy="2031325"/>
          </a:xfrm>
          <a:prstGeom prst="rect">
            <a:avLst/>
          </a:prstGeom>
          <a:noFill/>
        </p:spPr>
        <p:txBody>
          <a:bodyPr wrap="square" rtlCol="0">
            <a:spAutoFit/>
          </a:bodyPr>
          <a:lstStyle/>
          <a:p>
            <a:r>
              <a:rPr lang="hu-HU" sz="1050" b="1"/>
              <a:t>Akcióterv - Mit kell tennünk és mikor?</a:t>
            </a:r>
          </a:p>
          <a:p>
            <a:endParaRPr lang="hu-HU" sz="1050"/>
          </a:p>
          <a:p>
            <a:r>
              <a:rPr lang="hu-HU" sz="1050" b="1"/>
              <a:t>Cél: </a:t>
            </a:r>
            <a:r>
              <a:rPr lang="hu-HU" sz="1050"/>
              <a:t>Részletes, ütemezett terv kidolgozása a stratégia megvalósítására</a:t>
            </a:r>
          </a:p>
          <a:p>
            <a:endParaRPr lang="hu-HU" sz="1050"/>
          </a:p>
          <a:p>
            <a:r>
              <a:rPr lang="hu-HU" sz="1050" b="1"/>
              <a:t>Teendők:</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Stratégia lebontás (</a:t>
            </a:r>
            <a:r>
              <a:rPr kumimoji="0" lang="hu-HU" altLang="hu-HU" sz="1050" i="0" u="none" strike="noStrike" cap="none" normalizeH="0" baseline="0" err="1">
                <a:ln>
                  <a:noFill/>
                </a:ln>
                <a:solidFill>
                  <a:schemeClr val="tx1"/>
                </a:solidFill>
                <a:effectLst/>
              </a:rPr>
              <a:t>Hoshin-Kanri</a:t>
            </a:r>
            <a:r>
              <a:rPr kumimoji="0" lang="hu-HU" altLang="hu-HU" sz="1050" i="0" u="none" strike="noStrike" cap="none" normalizeH="0" baseline="0">
                <a:ln>
                  <a:noFill/>
                </a:ln>
                <a:solidFill>
                  <a:schemeClr val="tx1"/>
                </a:solidFill>
                <a:effectLst/>
              </a:rPr>
              <a:t>)</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Felhatalmazás (RACI)</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hu-HU" altLang="hu-HU" sz="1050"/>
              <a:t>Ütem és kommunikációs terv kialakítása</a:t>
            </a:r>
            <a:endParaRPr kumimoji="0" lang="hu-HU" altLang="hu-HU" sz="1050" i="0" u="none" strike="noStrike" cap="none" normalizeH="0" baseline="0">
              <a:ln>
                <a:noFill/>
              </a:ln>
              <a:solidFill>
                <a:schemeClr val="tx1"/>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hu-HU" altLang="hu-HU" sz="1050"/>
              <a:t>Erőforrásterv kidolgozása</a:t>
            </a:r>
            <a:endParaRPr kumimoji="0" lang="hu-HU" altLang="hu-HU" sz="1050" i="0" u="none" strike="noStrike" cap="none" normalizeH="0" baseline="0">
              <a:ln>
                <a:noFill/>
              </a:ln>
              <a:solidFill>
                <a:schemeClr val="tx1"/>
              </a:solidFill>
              <a:effectLst/>
            </a:endParaRPr>
          </a:p>
          <a:p>
            <a:endParaRPr lang="hu-HU" sz="1050"/>
          </a:p>
          <a:p>
            <a:endParaRPr lang="hu-HU" sz="1050"/>
          </a:p>
        </p:txBody>
      </p:sp>
      <p:sp>
        <p:nvSpPr>
          <p:cNvPr id="97" name="Szövegdoboz 96">
            <a:extLst>
              <a:ext uri="{FF2B5EF4-FFF2-40B4-BE49-F238E27FC236}">
                <a16:creationId xmlns:a16="http://schemas.microsoft.com/office/drawing/2014/main" id="{DDEBF139-1327-0D68-4EE5-F275F9161BF5}"/>
              </a:ext>
            </a:extLst>
          </p:cNvPr>
          <p:cNvSpPr txBox="1"/>
          <p:nvPr/>
        </p:nvSpPr>
        <p:spPr>
          <a:xfrm>
            <a:off x="431581" y="9373695"/>
            <a:ext cx="2643164" cy="2516073"/>
          </a:xfrm>
          <a:prstGeom prst="rect">
            <a:avLst/>
          </a:prstGeom>
          <a:noFill/>
        </p:spPr>
        <p:txBody>
          <a:bodyPr wrap="square" rtlCol="0">
            <a:spAutoFit/>
          </a:bodyPr>
          <a:lstStyle/>
          <a:p>
            <a:r>
              <a:rPr lang="hu-HU" sz="1050" b="1"/>
              <a:t>OPERÁCIÓ és </a:t>
            </a:r>
            <a:r>
              <a:rPr lang="hu-HU" sz="1050" b="1" err="1"/>
              <a:t>nyomonkövetés</a:t>
            </a:r>
            <a:r>
              <a:rPr lang="hu-HU" sz="1050"/>
              <a:t> – Hogyan </a:t>
            </a:r>
            <a:r>
              <a:rPr lang="hu-HU" sz="1050" err="1"/>
              <a:t>monitorozzuk</a:t>
            </a:r>
            <a:r>
              <a:rPr lang="hu-HU" sz="1050"/>
              <a:t> a megvalósítást?</a:t>
            </a:r>
          </a:p>
          <a:p>
            <a:endParaRPr lang="hu-HU" sz="1050"/>
          </a:p>
          <a:p>
            <a:r>
              <a:rPr lang="hu-HU" sz="1050" b="1"/>
              <a:t>Cél: </a:t>
            </a:r>
            <a:r>
              <a:rPr lang="hu-HU" sz="1050"/>
              <a:t>Folyamatosan figyelemmel kísérni a projekt előrehaladását és szükség esetén beavatkozni.</a:t>
            </a:r>
          </a:p>
          <a:p>
            <a:endParaRPr lang="hu-HU" sz="1050"/>
          </a:p>
          <a:p>
            <a:r>
              <a:rPr lang="hu-HU" sz="1050" b="1"/>
              <a:t>Teendők:</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Teljesítménymutatók mérése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Riporting rendszer kialakítása</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Csapatteljesítmény kezelése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hu-HU" altLang="hu-HU" sz="1050"/>
              <a:t>Folyamatos kommunikáció megvalósítása</a:t>
            </a:r>
          </a:p>
          <a:p>
            <a:endParaRPr lang="hu-HU" sz="1050"/>
          </a:p>
          <a:p>
            <a:endParaRPr lang="hu-HU" sz="1050"/>
          </a:p>
        </p:txBody>
      </p:sp>
      <p:sp>
        <p:nvSpPr>
          <p:cNvPr id="98" name="Szövegdoboz 97">
            <a:extLst>
              <a:ext uri="{FF2B5EF4-FFF2-40B4-BE49-F238E27FC236}">
                <a16:creationId xmlns:a16="http://schemas.microsoft.com/office/drawing/2014/main" id="{1DA8F399-46A8-8976-3F9B-B2CA4D1A3215}"/>
              </a:ext>
            </a:extLst>
          </p:cNvPr>
          <p:cNvSpPr txBox="1"/>
          <p:nvPr/>
        </p:nvSpPr>
        <p:spPr>
          <a:xfrm>
            <a:off x="3527252" y="9356073"/>
            <a:ext cx="2643164" cy="2192908"/>
          </a:xfrm>
          <a:prstGeom prst="rect">
            <a:avLst/>
          </a:prstGeom>
          <a:noFill/>
        </p:spPr>
        <p:txBody>
          <a:bodyPr wrap="square" rtlCol="0">
            <a:spAutoFit/>
          </a:bodyPr>
          <a:lstStyle/>
          <a:p>
            <a:r>
              <a:rPr lang="hu-HU" sz="1050" b="1"/>
              <a:t>CSAPAT és EREDMÉNYEK </a:t>
            </a:r>
            <a:r>
              <a:rPr lang="hu-HU" sz="1050"/>
              <a:t>– Hogyan teremtek meg egy kiemelkedően működő csapatot?</a:t>
            </a:r>
          </a:p>
          <a:p>
            <a:endParaRPr lang="hu-HU" sz="1050"/>
          </a:p>
          <a:p>
            <a:r>
              <a:rPr lang="hu-HU" sz="1050" b="1"/>
              <a:t>Cél: </a:t>
            </a:r>
            <a:r>
              <a:rPr lang="hu-HU" sz="1050"/>
              <a:t>Hatékonyan együttműködő, motivált és elkötelezett csapat kialakítása</a:t>
            </a:r>
          </a:p>
          <a:p>
            <a:endParaRPr lang="hu-HU" sz="1050"/>
          </a:p>
          <a:p>
            <a:r>
              <a:rPr lang="hu-HU" sz="1050" b="1"/>
              <a:t>Teendők:</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Csapatszabályok kialakítása</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Motiváció és elkötelezettség növelése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Képzés és fejlesztés</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hu-HU" altLang="hu-HU" sz="1050"/>
              <a:t>Egyéni és csapat tudásfejlesztés</a:t>
            </a:r>
          </a:p>
          <a:p>
            <a:endParaRPr lang="hu-HU" sz="1050"/>
          </a:p>
          <a:p>
            <a:endParaRPr lang="hu-HU" sz="1050"/>
          </a:p>
        </p:txBody>
      </p:sp>
      <p:sp>
        <p:nvSpPr>
          <p:cNvPr id="99" name="Szövegdoboz 98">
            <a:extLst>
              <a:ext uri="{FF2B5EF4-FFF2-40B4-BE49-F238E27FC236}">
                <a16:creationId xmlns:a16="http://schemas.microsoft.com/office/drawing/2014/main" id="{93CFBD99-E5B1-A354-30BC-441C14199BDC}"/>
              </a:ext>
            </a:extLst>
          </p:cNvPr>
          <p:cNvSpPr txBox="1"/>
          <p:nvPr/>
        </p:nvSpPr>
        <p:spPr>
          <a:xfrm>
            <a:off x="6633808" y="9356073"/>
            <a:ext cx="2643164" cy="2354491"/>
          </a:xfrm>
          <a:prstGeom prst="rect">
            <a:avLst/>
          </a:prstGeom>
          <a:noFill/>
        </p:spPr>
        <p:txBody>
          <a:bodyPr wrap="square" rtlCol="0">
            <a:spAutoFit/>
          </a:bodyPr>
          <a:lstStyle/>
          <a:p>
            <a:r>
              <a:rPr lang="hu-HU" sz="1050" b="1"/>
              <a:t>FENNTARTÁS </a:t>
            </a:r>
            <a:r>
              <a:rPr lang="hu-HU" sz="1050"/>
              <a:t> – Hogyan </a:t>
            </a:r>
            <a:r>
              <a:rPr lang="hu-HU" sz="1050" err="1"/>
              <a:t>sztenderdizáljuk</a:t>
            </a:r>
            <a:r>
              <a:rPr lang="hu-HU" sz="1050"/>
              <a:t>? Hogyan biztosítjuk a folyamatos fejlődést?</a:t>
            </a:r>
          </a:p>
          <a:p>
            <a:endParaRPr lang="hu-HU" sz="1050"/>
          </a:p>
          <a:p>
            <a:r>
              <a:rPr lang="hu-HU" sz="1050" b="1"/>
              <a:t>Cél: </a:t>
            </a:r>
            <a:r>
              <a:rPr lang="hu-HU" sz="1050"/>
              <a:t>A sikeres megoldások beépítése a szervezet standard folyamataiba</a:t>
            </a:r>
          </a:p>
          <a:p>
            <a:endParaRPr lang="hu-HU" sz="1050"/>
          </a:p>
          <a:p>
            <a:r>
              <a:rPr lang="hu-HU" sz="1050" b="1"/>
              <a:t>Teendők:</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Új standardok kialakítása</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Oktatás és kommunikáció</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hu-HU" altLang="hu-HU" sz="1050" i="0" u="none" strike="noStrike" cap="none" normalizeH="0" baseline="0">
                <a:ln>
                  <a:noFill/>
                </a:ln>
                <a:solidFill>
                  <a:schemeClr val="tx1"/>
                </a:solidFill>
                <a:effectLst/>
              </a:rPr>
              <a:t>Folyamatos fejlesztés eszközök bevezetése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hu-HU" altLang="hu-HU" sz="1050"/>
              <a:t>Legjobb gyakorlatok megosztása</a:t>
            </a:r>
          </a:p>
          <a:p>
            <a:endParaRPr lang="hu-HU" sz="1050"/>
          </a:p>
          <a:p>
            <a:endParaRPr lang="hu-HU" sz="1050"/>
          </a:p>
        </p:txBody>
      </p:sp>
      <p:sp>
        <p:nvSpPr>
          <p:cNvPr id="100" name="Szövegdoboz 99">
            <a:extLst>
              <a:ext uri="{FF2B5EF4-FFF2-40B4-BE49-F238E27FC236}">
                <a16:creationId xmlns:a16="http://schemas.microsoft.com/office/drawing/2014/main" id="{C26127CC-7E3A-C150-B006-2917CE004BCD}"/>
              </a:ext>
            </a:extLst>
          </p:cNvPr>
          <p:cNvSpPr txBox="1"/>
          <p:nvPr/>
        </p:nvSpPr>
        <p:spPr>
          <a:xfrm>
            <a:off x="456182" y="5617000"/>
            <a:ext cx="1513556" cy="1061829"/>
          </a:xfrm>
          <a:prstGeom prst="rect">
            <a:avLst/>
          </a:prstGeom>
          <a:noFill/>
        </p:spPr>
        <p:txBody>
          <a:bodyPr wrap="none" rtlCol="0">
            <a:spAutoFit/>
          </a:bodyPr>
          <a:lstStyle/>
          <a:p>
            <a:r>
              <a:rPr lang="hu-HU" sz="1050" b="1"/>
              <a:t>Stratégia </a:t>
            </a:r>
          </a:p>
          <a:p>
            <a:pPr marL="228600" indent="-228600">
              <a:buFont typeface="+mj-lt"/>
              <a:buAutoNum type="arabicPeriod"/>
            </a:pPr>
            <a:r>
              <a:rPr lang="hu-HU" sz="1050"/>
              <a:t>Mi a projekt víziója?</a:t>
            </a:r>
          </a:p>
          <a:p>
            <a:pPr marL="228600" indent="-228600">
              <a:buFont typeface="+mj-lt"/>
              <a:buAutoNum type="arabicPeriod"/>
            </a:pPr>
            <a:r>
              <a:rPr lang="hu-HU" sz="1050"/>
              <a:t>Mi a küldetése?</a:t>
            </a:r>
          </a:p>
          <a:p>
            <a:pPr marL="228600" indent="-228600">
              <a:buFont typeface="+mj-lt"/>
              <a:buAutoNum type="arabicPeriod"/>
            </a:pPr>
            <a:endParaRPr lang="hu-HU" sz="1050"/>
          </a:p>
          <a:p>
            <a:r>
              <a:rPr lang="hu-HU" altLang="hu-HU" sz="1050" b="1" err="1">
                <a:latin typeface="+mj-lt"/>
                <a:cs typeface="Calibri" panose="020F0502020204030204" pitchFamily="34" charset="0"/>
              </a:rPr>
              <a:t>Sense</a:t>
            </a:r>
            <a:r>
              <a:rPr lang="hu-HU" altLang="hu-HU" sz="1050" b="1">
                <a:latin typeface="+mj-lt"/>
                <a:cs typeface="Calibri" panose="020F0502020204030204" pitchFamily="34" charset="0"/>
              </a:rPr>
              <a:t> of </a:t>
            </a:r>
            <a:r>
              <a:rPr lang="hu-HU" altLang="hu-HU" sz="1050" b="1" err="1">
                <a:latin typeface="+mj-lt"/>
                <a:cs typeface="Calibri" panose="020F0502020204030204" pitchFamily="34" charset="0"/>
              </a:rPr>
              <a:t>urgency</a:t>
            </a:r>
            <a:endParaRPr lang="hu-HU" altLang="hu-HU" sz="1050" b="1">
              <a:latin typeface="+mj-lt"/>
              <a:cs typeface="Calibri" panose="020F0502020204030204" pitchFamily="34" charset="0"/>
            </a:endParaRPr>
          </a:p>
          <a:p>
            <a:pPr marL="228600" indent="-228600">
              <a:buFont typeface="+mj-lt"/>
              <a:buAutoNum type="arabicPeriod"/>
            </a:pPr>
            <a:endParaRPr lang="hu-HU" sz="1050"/>
          </a:p>
        </p:txBody>
      </p:sp>
      <p:pic>
        <p:nvPicPr>
          <p:cNvPr id="10" name="Kép 9">
            <a:extLst>
              <a:ext uri="{FF2B5EF4-FFF2-40B4-BE49-F238E27FC236}">
                <a16:creationId xmlns:a16="http://schemas.microsoft.com/office/drawing/2014/main" id="{551D5DAD-96C9-FDB9-1593-60696DA2C5EE}"/>
              </a:ext>
            </a:extLst>
          </p:cNvPr>
          <p:cNvPicPr>
            <a:picLocks noChangeAspect="1"/>
          </p:cNvPicPr>
          <p:nvPr/>
        </p:nvPicPr>
        <p:blipFill>
          <a:blip r:embed="rId5"/>
          <a:stretch>
            <a:fillRect/>
          </a:stretch>
        </p:blipFill>
        <p:spPr>
          <a:xfrm>
            <a:off x="2857076" y="6933949"/>
            <a:ext cx="1746107" cy="1080000"/>
          </a:xfrm>
          <a:prstGeom prst="rect">
            <a:avLst/>
          </a:prstGeom>
          <a:ln w="28575">
            <a:solidFill>
              <a:schemeClr val="tx1">
                <a:lumMod val="50000"/>
                <a:lumOff val="50000"/>
              </a:schemeClr>
            </a:solidFill>
          </a:ln>
        </p:spPr>
      </p:pic>
      <p:pic>
        <p:nvPicPr>
          <p:cNvPr id="15" name="Kép 14">
            <a:extLst>
              <a:ext uri="{FF2B5EF4-FFF2-40B4-BE49-F238E27FC236}">
                <a16:creationId xmlns:a16="http://schemas.microsoft.com/office/drawing/2014/main" id="{DBDC1751-002F-40C4-CD9F-07660F139F5B}"/>
              </a:ext>
            </a:extLst>
          </p:cNvPr>
          <p:cNvPicPr>
            <a:picLocks noChangeAspect="1"/>
          </p:cNvPicPr>
          <p:nvPr/>
        </p:nvPicPr>
        <p:blipFill>
          <a:blip r:embed="rId6"/>
          <a:stretch>
            <a:fillRect/>
          </a:stretch>
        </p:blipFill>
        <p:spPr>
          <a:xfrm>
            <a:off x="7307977" y="4560093"/>
            <a:ext cx="1915849" cy="631843"/>
          </a:xfrm>
          <a:prstGeom prst="rect">
            <a:avLst/>
          </a:prstGeom>
          <a:ln w="28575">
            <a:solidFill>
              <a:schemeClr val="tx1">
                <a:lumMod val="50000"/>
                <a:lumOff val="50000"/>
              </a:schemeClr>
            </a:solidFill>
          </a:ln>
        </p:spPr>
      </p:pic>
      <p:pic>
        <p:nvPicPr>
          <p:cNvPr id="102" name="Kép 101">
            <a:extLst>
              <a:ext uri="{FF2B5EF4-FFF2-40B4-BE49-F238E27FC236}">
                <a16:creationId xmlns:a16="http://schemas.microsoft.com/office/drawing/2014/main" id="{6CF17FC1-E941-BA08-6371-EEE26265D0E3}"/>
              </a:ext>
            </a:extLst>
          </p:cNvPr>
          <p:cNvPicPr>
            <a:picLocks noChangeAspect="1"/>
          </p:cNvPicPr>
          <p:nvPr/>
        </p:nvPicPr>
        <p:blipFill>
          <a:blip r:embed="rId7"/>
          <a:stretch>
            <a:fillRect/>
          </a:stretch>
        </p:blipFill>
        <p:spPr>
          <a:xfrm>
            <a:off x="4166789" y="4284395"/>
            <a:ext cx="1865490" cy="864000"/>
          </a:xfrm>
          <a:prstGeom prst="rect">
            <a:avLst/>
          </a:prstGeom>
          <a:ln w="28575">
            <a:solidFill>
              <a:schemeClr val="tx1">
                <a:lumMod val="50000"/>
                <a:lumOff val="50000"/>
              </a:schemeClr>
            </a:solidFill>
          </a:ln>
        </p:spPr>
      </p:pic>
      <p:pic>
        <p:nvPicPr>
          <p:cNvPr id="103" name="Kép 102">
            <a:extLst>
              <a:ext uri="{FF2B5EF4-FFF2-40B4-BE49-F238E27FC236}">
                <a16:creationId xmlns:a16="http://schemas.microsoft.com/office/drawing/2014/main" id="{CD22B6CA-8D5A-CBE8-BB86-A8DBB860C4E5}"/>
              </a:ext>
            </a:extLst>
          </p:cNvPr>
          <p:cNvPicPr>
            <a:picLocks noChangeAspect="1"/>
          </p:cNvPicPr>
          <p:nvPr/>
        </p:nvPicPr>
        <p:blipFill>
          <a:blip r:embed="rId8"/>
          <a:stretch>
            <a:fillRect/>
          </a:stretch>
        </p:blipFill>
        <p:spPr>
          <a:xfrm>
            <a:off x="5327126" y="5683864"/>
            <a:ext cx="1918518" cy="1080000"/>
          </a:xfrm>
          <a:prstGeom prst="rect">
            <a:avLst/>
          </a:prstGeom>
          <a:ln w="28575">
            <a:solidFill>
              <a:schemeClr val="tx1">
                <a:lumMod val="50000"/>
                <a:lumOff val="50000"/>
              </a:schemeClr>
            </a:solidFill>
          </a:ln>
        </p:spPr>
      </p:pic>
      <p:pic>
        <p:nvPicPr>
          <p:cNvPr id="105" name="Kép 104">
            <a:extLst>
              <a:ext uri="{FF2B5EF4-FFF2-40B4-BE49-F238E27FC236}">
                <a16:creationId xmlns:a16="http://schemas.microsoft.com/office/drawing/2014/main" id="{5FE06494-43DC-5DD7-A6CE-341D53206259}"/>
              </a:ext>
            </a:extLst>
          </p:cNvPr>
          <p:cNvPicPr>
            <a:picLocks noChangeAspect="1"/>
          </p:cNvPicPr>
          <p:nvPr/>
        </p:nvPicPr>
        <p:blipFill>
          <a:blip r:embed="rId9"/>
          <a:stretch>
            <a:fillRect/>
          </a:stretch>
        </p:blipFill>
        <p:spPr>
          <a:xfrm>
            <a:off x="7841715" y="6928426"/>
            <a:ext cx="1360341" cy="1080000"/>
          </a:xfrm>
          <a:prstGeom prst="rect">
            <a:avLst/>
          </a:prstGeom>
          <a:ln w="28575">
            <a:solidFill>
              <a:schemeClr val="tx1">
                <a:lumMod val="50000"/>
                <a:lumOff val="50000"/>
              </a:schemeClr>
            </a:solidFill>
          </a:ln>
        </p:spPr>
      </p:pic>
      <p:pic>
        <p:nvPicPr>
          <p:cNvPr id="107" name="Kép 106">
            <a:extLst>
              <a:ext uri="{FF2B5EF4-FFF2-40B4-BE49-F238E27FC236}">
                <a16:creationId xmlns:a16="http://schemas.microsoft.com/office/drawing/2014/main" id="{2EA88E27-DE8C-058C-3FF0-616249B58AFF}"/>
              </a:ext>
            </a:extLst>
          </p:cNvPr>
          <p:cNvPicPr>
            <a:picLocks noChangeAspect="1"/>
          </p:cNvPicPr>
          <p:nvPr/>
        </p:nvPicPr>
        <p:blipFill>
          <a:blip r:embed="rId10"/>
          <a:stretch>
            <a:fillRect/>
          </a:stretch>
        </p:blipFill>
        <p:spPr>
          <a:xfrm>
            <a:off x="7353581" y="5689498"/>
            <a:ext cx="1845318" cy="1080000"/>
          </a:xfrm>
          <a:prstGeom prst="rect">
            <a:avLst/>
          </a:prstGeom>
          <a:ln w="28575">
            <a:solidFill>
              <a:schemeClr val="tx1">
                <a:lumMod val="50000"/>
                <a:lumOff val="50000"/>
              </a:schemeClr>
            </a:solidFill>
          </a:ln>
        </p:spPr>
      </p:pic>
      <p:pic>
        <p:nvPicPr>
          <p:cNvPr id="109" name="Kép 108">
            <a:extLst>
              <a:ext uri="{FF2B5EF4-FFF2-40B4-BE49-F238E27FC236}">
                <a16:creationId xmlns:a16="http://schemas.microsoft.com/office/drawing/2014/main" id="{56FF7098-C49D-FAB5-D8F3-165EA42EB07D}"/>
              </a:ext>
            </a:extLst>
          </p:cNvPr>
          <p:cNvPicPr>
            <a:picLocks noChangeAspect="1"/>
          </p:cNvPicPr>
          <p:nvPr/>
        </p:nvPicPr>
        <p:blipFill>
          <a:blip r:embed="rId11"/>
          <a:stretch>
            <a:fillRect/>
          </a:stretch>
        </p:blipFill>
        <p:spPr>
          <a:xfrm>
            <a:off x="2430802" y="4291694"/>
            <a:ext cx="1606381" cy="864000"/>
          </a:xfrm>
          <a:prstGeom prst="rect">
            <a:avLst/>
          </a:prstGeom>
          <a:ln w="28575">
            <a:solidFill>
              <a:schemeClr val="tx1">
                <a:lumMod val="50000"/>
                <a:lumOff val="50000"/>
              </a:schemeClr>
            </a:solidFill>
          </a:ln>
        </p:spPr>
      </p:pic>
      <p:pic>
        <p:nvPicPr>
          <p:cNvPr id="113" name="Kép 112">
            <a:extLst>
              <a:ext uri="{FF2B5EF4-FFF2-40B4-BE49-F238E27FC236}">
                <a16:creationId xmlns:a16="http://schemas.microsoft.com/office/drawing/2014/main" id="{5DB48035-7AEA-9671-4B22-E37EA2B7EF9F}"/>
              </a:ext>
            </a:extLst>
          </p:cNvPr>
          <p:cNvPicPr>
            <a:picLocks noChangeAspect="1"/>
          </p:cNvPicPr>
          <p:nvPr/>
        </p:nvPicPr>
        <p:blipFill>
          <a:blip r:embed="rId12"/>
          <a:stretch>
            <a:fillRect/>
          </a:stretch>
        </p:blipFill>
        <p:spPr>
          <a:xfrm>
            <a:off x="1977797" y="11683349"/>
            <a:ext cx="1382731" cy="864000"/>
          </a:xfrm>
          <a:prstGeom prst="rect">
            <a:avLst/>
          </a:prstGeom>
          <a:ln w="28575">
            <a:solidFill>
              <a:schemeClr val="tx1">
                <a:lumMod val="50000"/>
                <a:lumOff val="50000"/>
              </a:schemeClr>
            </a:solidFill>
          </a:ln>
        </p:spPr>
      </p:pic>
      <p:pic>
        <p:nvPicPr>
          <p:cNvPr id="115" name="Kép 114">
            <a:extLst>
              <a:ext uri="{FF2B5EF4-FFF2-40B4-BE49-F238E27FC236}">
                <a16:creationId xmlns:a16="http://schemas.microsoft.com/office/drawing/2014/main" id="{07AF60BF-FB68-C403-2E28-48EB1898DBB3}"/>
              </a:ext>
            </a:extLst>
          </p:cNvPr>
          <p:cNvPicPr>
            <a:picLocks noChangeAspect="1"/>
          </p:cNvPicPr>
          <p:nvPr/>
        </p:nvPicPr>
        <p:blipFill>
          <a:blip r:embed="rId13"/>
          <a:stretch>
            <a:fillRect/>
          </a:stretch>
        </p:blipFill>
        <p:spPr>
          <a:xfrm>
            <a:off x="476406" y="11688792"/>
            <a:ext cx="1426519" cy="864000"/>
          </a:xfrm>
          <a:prstGeom prst="rect">
            <a:avLst/>
          </a:prstGeom>
          <a:ln w="28575">
            <a:solidFill>
              <a:schemeClr val="tx1">
                <a:lumMod val="50000"/>
                <a:lumOff val="50000"/>
              </a:schemeClr>
            </a:solidFill>
          </a:ln>
        </p:spPr>
      </p:pic>
      <p:pic>
        <p:nvPicPr>
          <p:cNvPr id="117" name="Kép 116">
            <a:extLst>
              <a:ext uri="{FF2B5EF4-FFF2-40B4-BE49-F238E27FC236}">
                <a16:creationId xmlns:a16="http://schemas.microsoft.com/office/drawing/2014/main" id="{564B5EFB-538B-2CC9-819A-35C06C82B124}"/>
              </a:ext>
            </a:extLst>
          </p:cNvPr>
          <p:cNvPicPr>
            <a:picLocks noChangeAspect="1"/>
          </p:cNvPicPr>
          <p:nvPr/>
        </p:nvPicPr>
        <p:blipFill>
          <a:blip r:embed="rId14"/>
          <a:stretch>
            <a:fillRect/>
          </a:stretch>
        </p:blipFill>
        <p:spPr>
          <a:xfrm>
            <a:off x="576377" y="4292791"/>
            <a:ext cx="1724869" cy="864000"/>
          </a:xfrm>
          <a:prstGeom prst="rect">
            <a:avLst/>
          </a:prstGeom>
          <a:ln w="28575">
            <a:solidFill>
              <a:schemeClr val="tx1">
                <a:lumMod val="50000"/>
                <a:lumOff val="50000"/>
              </a:schemeClr>
            </a:solidFill>
          </a:ln>
        </p:spPr>
      </p:pic>
      <p:pic>
        <p:nvPicPr>
          <p:cNvPr id="118" name="Kép 117">
            <a:extLst>
              <a:ext uri="{FF2B5EF4-FFF2-40B4-BE49-F238E27FC236}">
                <a16:creationId xmlns:a16="http://schemas.microsoft.com/office/drawing/2014/main" id="{2050E2F7-4044-042B-D4E9-F05159AE6E7F}"/>
              </a:ext>
            </a:extLst>
          </p:cNvPr>
          <p:cNvPicPr>
            <a:picLocks noChangeAspect="1"/>
          </p:cNvPicPr>
          <p:nvPr/>
        </p:nvPicPr>
        <p:blipFill>
          <a:blip r:embed="rId15"/>
          <a:stretch>
            <a:fillRect/>
          </a:stretch>
        </p:blipFill>
        <p:spPr>
          <a:xfrm>
            <a:off x="2683563" y="5683864"/>
            <a:ext cx="2505765" cy="1080000"/>
          </a:xfrm>
          <a:prstGeom prst="rect">
            <a:avLst/>
          </a:prstGeom>
          <a:ln w="28575">
            <a:solidFill>
              <a:schemeClr val="tx1">
                <a:lumMod val="50000"/>
                <a:lumOff val="50000"/>
              </a:schemeClr>
            </a:solidFill>
          </a:ln>
        </p:spPr>
      </p:pic>
      <p:pic>
        <p:nvPicPr>
          <p:cNvPr id="120" name="Kép 119">
            <a:extLst>
              <a:ext uri="{FF2B5EF4-FFF2-40B4-BE49-F238E27FC236}">
                <a16:creationId xmlns:a16="http://schemas.microsoft.com/office/drawing/2014/main" id="{866C9B23-8919-BA81-9981-4B3D2A587427}"/>
              </a:ext>
            </a:extLst>
          </p:cNvPr>
          <p:cNvPicPr>
            <a:picLocks noChangeAspect="1"/>
          </p:cNvPicPr>
          <p:nvPr/>
        </p:nvPicPr>
        <p:blipFill>
          <a:blip r:embed="rId16"/>
          <a:stretch>
            <a:fillRect/>
          </a:stretch>
        </p:blipFill>
        <p:spPr>
          <a:xfrm>
            <a:off x="6254852" y="4607855"/>
            <a:ext cx="957935" cy="576062"/>
          </a:xfrm>
          <a:prstGeom prst="rect">
            <a:avLst/>
          </a:prstGeom>
          <a:ln w="28575">
            <a:solidFill>
              <a:schemeClr val="tx1">
                <a:lumMod val="50000"/>
                <a:lumOff val="50000"/>
              </a:schemeClr>
            </a:solidFill>
          </a:ln>
        </p:spPr>
      </p:pic>
    </p:spTree>
    <p:extLst>
      <p:ext uri="{BB962C8B-B14F-4D97-AF65-F5344CB8AC3E}">
        <p14:creationId xmlns:p14="http://schemas.microsoft.com/office/powerpoint/2010/main" val="677331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a:off x="102838" y="32002"/>
            <a:ext cx="9396000" cy="83084"/>
          </a:xfrm>
          <a:prstGeom prst="rect">
            <a:avLst/>
          </a:prstGeom>
          <a:solidFill>
            <a:srgbClr val="FBB82F"/>
          </a:solidFill>
        </p:spPr>
        <p:txBody>
          <a:bodyPr/>
          <a:lstStyle/>
          <a:p>
            <a:endParaRPr lang="hu-HU" sz="1014"/>
          </a:p>
        </p:txBody>
      </p:sp>
      <p:sp>
        <p:nvSpPr>
          <p:cNvPr id="7" name="AutoShape 7"/>
          <p:cNvSpPr/>
          <p:nvPr/>
        </p:nvSpPr>
        <p:spPr>
          <a:xfrm>
            <a:off x="4781550" y="30198"/>
            <a:ext cx="4716000" cy="83084"/>
          </a:xfrm>
          <a:prstGeom prst="rect">
            <a:avLst/>
          </a:prstGeom>
          <a:solidFill>
            <a:srgbClr val="000000"/>
          </a:solidFill>
        </p:spPr>
        <p:txBody>
          <a:bodyPr/>
          <a:lstStyle/>
          <a:p>
            <a:endParaRPr lang="hu-HU" sz="1014"/>
          </a:p>
        </p:txBody>
      </p:sp>
      <p:sp>
        <p:nvSpPr>
          <p:cNvPr id="2" name="AutoShape 6">
            <a:extLst>
              <a:ext uri="{FF2B5EF4-FFF2-40B4-BE49-F238E27FC236}">
                <a16:creationId xmlns:a16="http://schemas.microsoft.com/office/drawing/2014/main" id="{CA0C2F48-510F-3B3C-D12C-30CE99608DC1}"/>
              </a:ext>
            </a:extLst>
          </p:cNvPr>
          <p:cNvSpPr/>
          <p:nvPr/>
        </p:nvSpPr>
        <p:spPr>
          <a:xfrm>
            <a:off x="100149" y="12721958"/>
            <a:ext cx="9360000" cy="83084"/>
          </a:xfrm>
          <a:prstGeom prst="rect">
            <a:avLst/>
          </a:prstGeom>
          <a:solidFill>
            <a:srgbClr val="FBB82F"/>
          </a:solidFill>
        </p:spPr>
        <p:txBody>
          <a:bodyPr/>
          <a:lstStyle/>
          <a:p>
            <a:endParaRPr lang="hu-HU" sz="1014"/>
          </a:p>
        </p:txBody>
      </p:sp>
      <p:sp>
        <p:nvSpPr>
          <p:cNvPr id="3" name="AutoShape 7">
            <a:extLst>
              <a:ext uri="{FF2B5EF4-FFF2-40B4-BE49-F238E27FC236}">
                <a16:creationId xmlns:a16="http://schemas.microsoft.com/office/drawing/2014/main" id="{723B9256-63F1-547E-E12A-2EA4539CB08B}"/>
              </a:ext>
            </a:extLst>
          </p:cNvPr>
          <p:cNvSpPr/>
          <p:nvPr/>
        </p:nvSpPr>
        <p:spPr>
          <a:xfrm>
            <a:off x="4749744" y="12722860"/>
            <a:ext cx="4788000" cy="83084"/>
          </a:xfrm>
          <a:prstGeom prst="rect">
            <a:avLst/>
          </a:prstGeom>
          <a:solidFill>
            <a:srgbClr val="000000"/>
          </a:solidFill>
        </p:spPr>
        <p:txBody>
          <a:bodyPr/>
          <a:lstStyle/>
          <a:p>
            <a:endParaRPr lang="hu-HU" sz="1014"/>
          </a:p>
        </p:txBody>
      </p:sp>
      <p:sp>
        <p:nvSpPr>
          <p:cNvPr id="122" name="Szövegdoboz 121">
            <a:extLst>
              <a:ext uri="{FF2B5EF4-FFF2-40B4-BE49-F238E27FC236}">
                <a16:creationId xmlns:a16="http://schemas.microsoft.com/office/drawing/2014/main" id="{D9D31757-47F1-CEE4-501F-C02B45D12B05}"/>
              </a:ext>
            </a:extLst>
          </p:cNvPr>
          <p:cNvSpPr txBox="1"/>
          <p:nvPr/>
        </p:nvSpPr>
        <p:spPr>
          <a:xfrm>
            <a:off x="157268" y="268867"/>
            <a:ext cx="9267720" cy="461665"/>
          </a:xfrm>
          <a:prstGeom prst="rect">
            <a:avLst/>
          </a:prstGeom>
          <a:noFill/>
        </p:spPr>
        <p:txBody>
          <a:bodyPr wrap="square" rtlCol="0">
            <a:spAutoFit/>
          </a:bodyPr>
          <a:lstStyle/>
          <a:p>
            <a:pPr algn="ctr"/>
            <a:r>
              <a:rPr lang="hu-HU" sz="2400" b="1">
                <a:solidFill>
                  <a:schemeClr val="bg1">
                    <a:lumMod val="50000"/>
                  </a:schemeClr>
                </a:solidFill>
                <a:latin typeface="Calibri" panose="020F0502020204030204" pitchFamily="34" charset="0"/>
              </a:rPr>
              <a:t>ALAPOK</a:t>
            </a:r>
          </a:p>
        </p:txBody>
      </p:sp>
      <p:sp>
        <p:nvSpPr>
          <p:cNvPr id="10" name="Szövegdoboz 9">
            <a:extLst>
              <a:ext uri="{FF2B5EF4-FFF2-40B4-BE49-F238E27FC236}">
                <a16:creationId xmlns:a16="http://schemas.microsoft.com/office/drawing/2014/main" id="{85EEE86B-9F85-7213-9FF8-0631646F66C7}"/>
              </a:ext>
            </a:extLst>
          </p:cNvPr>
          <p:cNvSpPr txBox="1"/>
          <p:nvPr/>
        </p:nvSpPr>
        <p:spPr>
          <a:xfrm>
            <a:off x="432035" y="1333127"/>
            <a:ext cx="8789966" cy="738664"/>
          </a:xfrm>
          <a:prstGeom prst="rect">
            <a:avLst/>
          </a:prstGeom>
          <a:noFill/>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u-HU" sz="1050" dirty="0"/>
              <a:t>Jelenállapot elemzése: </a:t>
            </a:r>
            <a:r>
              <a:rPr kumimoji="0" lang="hu-HU" sz="1050" b="0" i="0" u="none" strike="noStrike" kern="0" cap="none" spc="0" normalizeH="0" baseline="0" noProof="0" dirty="0">
                <a:ln>
                  <a:noFill/>
                </a:ln>
                <a:solidFill>
                  <a:srgbClr val="000000"/>
                </a:solidFill>
                <a:effectLst/>
                <a:uLnTx/>
                <a:uFillTx/>
              </a:rPr>
              <a:t>politikai, gazdasági, társadalmi, technológiai, jogi szempontok; szervezeti háttér; folyamatok, ügyfélkapcsolatok, működési kultúra</a:t>
            </a:r>
          </a:p>
          <a:p>
            <a:pPr marL="285750" indent="-285750">
              <a:buFont typeface="Arial" panose="020B0604020202020204" pitchFamily="34" charset="0"/>
              <a:buChar char="•"/>
            </a:pPr>
            <a:r>
              <a:rPr lang="hu-HU" sz="1050" dirty="0"/>
              <a:t>Célállapot megfogalmazása: ideális állapot, mérhető eredmények</a:t>
            </a:r>
          </a:p>
          <a:p>
            <a:pPr marL="285750" indent="-285750">
              <a:buFont typeface="Arial" panose="020B0604020202020204" pitchFamily="34" charset="0"/>
              <a:buChar char="•"/>
            </a:pPr>
            <a:r>
              <a:rPr lang="hu-HU" sz="1050" dirty="0"/>
              <a:t>Probléma definiálása: eltérés meghatározása</a:t>
            </a:r>
          </a:p>
          <a:p>
            <a:pPr marL="285750" indent="-285750">
              <a:buFont typeface="Arial" panose="020B0604020202020204" pitchFamily="34" charset="0"/>
              <a:buChar char="•"/>
            </a:pPr>
            <a:r>
              <a:rPr lang="hu-HU" sz="1050" dirty="0"/>
              <a:t>Gyökérokelemzés: okok, akadályok; meglévő kultúra; érintettek</a:t>
            </a:r>
            <a:endParaRPr lang="hu-HU" sz="1400" dirty="0"/>
          </a:p>
        </p:txBody>
      </p:sp>
      <p:sp>
        <p:nvSpPr>
          <p:cNvPr id="15" name="Szövegdoboz 14">
            <a:extLst>
              <a:ext uri="{FF2B5EF4-FFF2-40B4-BE49-F238E27FC236}">
                <a16:creationId xmlns:a16="http://schemas.microsoft.com/office/drawing/2014/main" id="{D0623B96-2E96-6E19-9A8E-1B3EA3CF8150}"/>
              </a:ext>
            </a:extLst>
          </p:cNvPr>
          <p:cNvSpPr txBox="1"/>
          <p:nvPr/>
        </p:nvSpPr>
        <p:spPr>
          <a:xfrm>
            <a:off x="456294" y="9080392"/>
            <a:ext cx="8498600" cy="3216265"/>
          </a:xfrm>
          <a:prstGeom prst="rect">
            <a:avLst/>
          </a:prstGeom>
          <a:noFill/>
        </p:spPr>
        <p:txBody>
          <a:bodyPr wrap="square">
            <a:spAutoFit/>
          </a:bodyPr>
          <a:lstStyle/>
          <a:p>
            <a:endParaRPr lang="hu-HU" sz="1400"/>
          </a:p>
          <a:p>
            <a:r>
              <a:rPr lang="hu-HU" sz="1050" b="1"/>
              <a:t>YouTube:</a:t>
            </a:r>
          </a:p>
          <a:p>
            <a:pPr marL="171450" indent="-171450">
              <a:buFont typeface="Arial" panose="020B0604020202020204" pitchFamily="34" charset="0"/>
              <a:buChar char="•"/>
            </a:pPr>
            <a:r>
              <a:rPr lang="en-US" sz="1050"/>
              <a:t>Learn How to Leverage the Powerful A3 Report</a:t>
            </a:r>
            <a:endParaRPr lang="hu-HU" sz="1050">
              <a:hlinkClick r:id="rId3">
                <a:extLst>
                  <a:ext uri="{A12FA001-AC4F-418D-AE19-62706E023703}">
                    <ahyp:hlinkClr xmlns:ahyp="http://schemas.microsoft.com/office/drawing/2018/hyperlinkcolor" val="tx"/>
                  </a:ext>
                </a:extLst>
              </a:hlinkClick>
            </a:endParaRPr>
          </a:p>
          <a:p>
            <a:pPr marL="171450" indent="-171450">
              <a:buFont typeface="Arial" panose="020B0604020202020204" pitchFamily="34" charset="0"/>
              <a:buChar char="•"/>
            </a:pPr>
            <a:r>
              <a:rPr lang="hu-HU" sz="1050">
                <a:hlinkClick r:id="rId4">
                  <a:extLst>
                    <a:ext uri="{A12FA001-AC4F-418D-AE19-62706E023703}">
                      <ahyp:hlinkClr xmlns:ahyp="http://schemas.microsoft.com/office/drawing/2018/hyperlinkcolor" val="tx"/>
                    </a:ext>
                  </a:extLst>
                </a:hlinkClick>
              </a:rPr>
              <a:t>https://www.youtube.com/watch?v=UvffmfnTh3A</a:t>
            </a:r>
            <a:endParaRPr lang="hu-HU" sz="1050"/>
          </a:p>
          <a:p>
            <a:pPr marL="171450" indent="-171450">
              <a:buFont typeface="Arial" panose="020B0604020202020204" pitchFamily="34" charset="0"/>
              <a:buChar char="•"/>
            </a:pPr>
            <a:r>
              <a:rPr lang="hu-HU" sz="1050"/>
              <a:t>A3 </a:t>
            </a:r>
            <a:r>
              <a:rPr lang="hu-HU" sz="1050" err="1"/>
              <a:t>Problem</a:t>
            </a:r>
            <a:r>
              <a:rPr lang="hu-HU" sz="1050"/>
              <a:t> </a:t>
            </a:r>
            <a:r>
              <a:rPr lang="hu-HU" sz="1050" err="1"/>
              <a:t>Solving</a:t>
            </a:r>
            <a:r>
              <a:rPr lang="hu-HU" sz="1050"/>
              <a:t> </a:t>
            </a:r>
            <a:r>
              <a:rPr lang="hu-HU" sz="1050" err="1"/>
              <a:t>Tool</a:t>
            </a:r>
            <a:endParaRPr lang="hu-HU" sz="1050"/>
          </a:p>
          <a:p>
            <a:pPr marL="171450" indent="-171450">
              <a:buFont typeface="Arial" panose="020B0604020202020204" pitchFamily="34" charset="0"/>
              <a:buChar char="•"/>
            </a:pPr>
            <a:r>
              <a:rPr lang="hu-HU" sz="1050">
                <a:hlinkClick r:id="rId5">
                  <a:extLst>
                    <a:ext uri="{A12FA001-AC4F-418D-AE19-62706E023703}">
                      <ahyp:hlinkClr xmlns:ahyp="http://schemas.microsoft.com/office/drawing/2018/hyperlinkcolor" val="tx"/>
                    </a:ext>
                  </a:extLst>
                </a:hlinkClick>
              </a:rPr>
              <a:t>https://www.youtube.com/watch?v=JaVMUoQBygE</a:t>
            </a:r>
            <a:endParaRPr lang="hu-HU" sz="1050"/>
          </a:p>
          <a:p>
            <a:pPr marL="171450" indent="-171450">
              <a:buFont typeface="Arial" panose="020B0604020202020204" pitchFamily="34" charset="0"/>
              <a:buChar char="•"/>
            </a:pPr>
            <a:r>
              <a:rPr lang="it-IT" sz="1050"/>
              <a:t>Mi az A3?</a:t>
            </a:r>
            <a:endParaRPr lang="hu-HU" sz="1050"/>
          </a:p>
          <a:p>
            <a:pPr marL="171450" indent="-171450">
              <a:buFont typeface="Arial" panose="020B0604020202020204" pitchFamily="34" charset="0"/>
              <a:buChar char="•"/>
            </a:pPr>
            <a:r>
              <a:rPr lang="hu-HU" sz="1050">
                <a:hlinkClick r:id="rId6">
                  <a:extLst>
                    <a:ext uri="{A12FA001-AC4F-418D-AE19-62706E023703}">
                      <ahyp:hlinkClr xmlns:ahyp="http://schemas.microsoft.com/office/drawing/2018/hyperlinkcolor" val="tx"/>
                    </a:ext>
                  </a:extLst>
                </a:hlinkClick>
              </a:rPr>
              <a:t>https://www.youtube.com/watch?v=2K6DuXcdToA</a:t>
            </a:r>
            <a:endParaRPr lang="hu-HU" sz="1050"/>
          </a:p>
          <a:p>
            <a:pPr marL="171450" indent="-171450">
              <a:buFont typeface="Arial" panose="020B0604020202020204" pitchFamily="34" charset="0"/>
              <a:buChar char="•"/>
            </a:pPr>
            <a:r>
              <a:rPr lang="en-US" sz="1050"/>
              <a:t>Our Iceberg is Melting (youtube.com)</a:t>
            </a:r>
            <a:endParaRPr lang="hu-HU" sz="1050"/>
          </a:p>
          <a:p>
            <a:endParaRPr lang="hu-HU" sz="1050"/>
          </a:p>
          <a:p>
            <a:r>
              <a:rPr lang="hu-HU" sz="1050" b="1" err="1"/>
              <a:t>Udemy</a:t>
            </a:r>
            <a:r>
              <a:rPr lang="hu-HU" sz="1050" b="1"/>
              <a:t>:</a:t>
            </a:r>
          </a:p>
          <a:p>
            <a:pPr marL="171450" indent="-171450">
              <a:buFont typeface="Arial" panose="020B0604020202020204" pitchFamily="34" charset="0"/>
              <a:buChar char="•"/>
            </a:pPr>
            <a:r>
              <a:rPr lang="en-US" sz="1050" i="0">
                <a:effectLst/>
              </a:rPr>
              <a:t>Lean Problem-Solving for Team Members and Leaders</a:t>
            </a:r>
          </a:p>
          <a:p>
            <a:pPr marL="171450" indent="-171450">
              <a:buFont typeface="Arial" panose="020B0604020202020204" pitchFamily="34" charset="0"/>
              <a:buChar char="•"/>
              <a:tabLst>
                <a:tab pos="176213" algn="l"/>
              </a:tabLst>
            </a:pPr>
            <a:r>
              <a:rPr lang="hu-HU" sz="1050">
                <a:hlinkClick r:id="rId7">
                  <a:extLst>
                    <a:ext uri="{A12FA001-AC4F-418D-AE19-62706E023703}">
                      <ahyp:hlinkClr xmlns:ahyp="http://schemas.microsoft.com/office/drawing/2018/hyperlinkcolor" val="tx"/>
                    </a:ext>
                  </a:extLst>
                </a:hlinkClick>
              </a:rPr>
              <a:t>https://mvm.udemy.com/course/problem-solving-made-easy/</a:t>
            </a:r>
            <a:endParaRPr lang="hu-HU" sz="1050"/>
          </a:p>
          <a:p>
            <a:pPr>
              <a:tabLst>
                <a:tab pos="176213" algn="l"/>
              </a:tabLst>
            </a:pPr>
            <a:endParaRPr lang="hu-HU" sz="1050"/>
          </a:p>
          <a:p>
            <a:pPr>
              <a:tabLst>
                <a:tab pos="176213" algn="l"/>
              </a:tabLst>
            </a:pPr>
            <a:r>
              <a:rPr lang="hu-HU" sz="1050" b="1"/>
              <a:t>Cikkek:</a:t>
            </a:r>
          </a:p>
          <a:p>
            <a:pPr marL="171450" indent="-171450">
              <a:buFont typeface="Arial" panose="020B0604020202020204" pitchFamily="34" charset="0"/>
              <a:buChar char="•"/>
              <a:tabLst>
                <a:tab pos="176213" algn="l"/>
              </a:tabLst>
            </a:pPr>
            <a:r>
              <a:rPr lang="hu-HU" sz="1050" b="0" i="0">
                <a:effectLst/>
                <a:latin typeface="-apple-system"/>
              </a:rPr>
              <a:t>LEI cikkek az A3-ról</a:t>
            </a:r>
          </a:p>
          <a:p>
            <a:pPr marL="171450" indent="-171450">
              <a:buFont typeface="Arial" panose="020B0604020202020204" pitchFamily="34" charset="0"/>
              <a:buChar char="•"/>
              <a:tabLst>
                <a:tab pos="176213" algn="l"/>
              </a:tabLst>
            </a:pPr>
            <a:r>
              <a:rPr lang="pt-BR" sz="1050" b="0" i="0">
                <a:effectLst/>
                <a:latin typeface="-apple-system"/>
                <a:hlinkClick r:id="rId8">
                  <a:extLst>
                    <a:ext uri="{A12FA001-AC4F-418D-AE19-62706E023703}">
                      <ahyp:hlinkClr xmlns:ahyp="http://schemas.microsoft.com/office/drawing/2018/hyperlinkcolor" val="tx"/>
                    </a:ext>
                  </a:extLst>
                </a:hlinkClick>
              </a:rPr>
              <a:t>https://lean.org.hu/en/cimke/a3/</a:t>
            </a:r>
            <a:endParaRPr lang="hu-HU" sz="1050" b="0" i="0">
              <a:effectLst/>
              <a:latin typeface="-apple-system"/>
            </a:endParaRPr>
          </a:p>
          <a:p>
            <a:pPr marL="171450" indent="-171450">
              <a:buFont typeface="Arial" panose="020B0604020202020204" pitchFamily="34" charset="0"/>
              <a:buChar char="•"/>
              <a:tabLst>
                <a:tab pos="176213" algn="l"/>
              </a:tabLst>
            </a:pPr>
            <a:r>
              <a:rPr lang="en-US" sz="1050"/>
              <a:t>What VUCA means for you</a:t>
            </a:r>
            <a:endParaRPr lang="hu-HU" sz="1050">
              <a:latin typeface="-apple-system"/>
            </a:endParaRPr>
          </a:p>
          <a:p>
            <a:pPr marL="171450" indent="-171450">
              <a:buFont typeface="Arial" panose="020B0604020202020204" pitchFamily="34" charset="0"/>
              <a:buChar char="•"/>
              <a:tabLst>
                <a:tab pos="176213" algn="l"/>
              </a:tabLst>
            </a:pPr>
            <a:r>
              <a:rPr lang="en-US" sz="1050"/>
              <a:t>How to Deal With Resistance to Change</a:t>
            </a:r>
            <a:endParaRPr lang="hu-HU" sz="1050"/>
          </a:p>
        </p:txBody>
      </p:sp>
      <p:pic>
        <p:nvPicPr>
          <p:cNvPr id="9" name="Kép 8" descr="A képen Grafika, szöveg, Grafikus tervezés, poszter látható&#10;&#10;Automatikusan generált leírás">
            <a:extLst>
              <a:ext uri="{FF2B5EF4-FFF2-40B4-BE49-F238E27FC236}">
                <a16:creationId xmlns:a16="http://schemas.microsoft.com/office/drawing/2014/main" id="{DD5285BF-C03B-5978-1542-F877CAE59C1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22001" y="12420983"/>
            <a:ext cx="202987" cy="216678"/>
          </a:xfrm>
          <a:prstGeom prst="rect">
            <a:avLst/>
          </a:prstGeom>
        </p:spPr>
      </p:pic>
      <p:pic>
        <p:nvPicPr>
          <p:cNvPr id="11" name="Kép 10" descr="A képen tervezés, Betűtípus látható&#10;&#10;Automatikusan generált leírás">
            <a:extLst>
              <a:ext uri="{FF2B5EF4-FFF2-40B4-BE49-F238E27FC236}">
                <a16:creationId xmlns:a16="http://schemas.microsoft.com/office/drawing/2014/main" id="{FEC3143F-319B-55B1-4F86-E24731E3E896}"/>
              </a:ext>
            </a:extLst>
          </p:cNvPr>
          <p:cNvPicPr>
            <a:picLocks noChangeAspect="1"/>
          </p:cNvPicPr>
          <p:nvPr/>
        </p:nvPicPr>
        <p:blipFill rotWithShape="1">
          <a:blip r:embed="rId10">
            <a:extLst>
              <a:ext uri="{28A0092B-C50C-407E-A947-70E740481C1C}">
                <a14:useLocalDpi xmlns:a14="http://schemas.microsoft.com/office/drawing/2010/main" val="0"/>
              </a:ext>
            </a:extLst>
          </a:blip>
          <a:srcRect l="15131" t="37580" r="15263" b="37562"/>
          <a:stretch/>
        </p:blipFill>
        <p:spPr>
          <a:xfrm>
            <a:off x="8686219" y="12482440"/>
            <a:ext cx="492310" cy="124244"/>
          </a:xfrm>
          <a:prstGeom prst="rect">
            <a:avLst/>
          </a:prstGeom>
        </p:spPr>
      </p:pic>
      <p:sp>
        <p:nvSpPr>
          <p:cNvPr id="13" name="Téglalap 12">
            <a:extLst>
              <a:ext uri="{FF2B5EF4-FFF2-40B4-BE49-F238E27FC236}">
                <a16:creationId xmlns:a16="http://schemas.microsoft.com/office/drawing/2014/main" id="{A3DBC7AE-05FB-1028-4E7B-18BE5AED4C57}"/>
              </a:ext>
            </a:extLst>
          </p:cNvPr>
          <p:cNvSpPr/>
          <p:nvPr/>
        </p:nvSpPr>
        <p:spPr>
          <a:xfrm>
            <a:off x="97971" y="180545"/>
            <a:ext cx="9397863" cy="1247235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7" name="Téglalap 96">
            <a:extLst>
              <a:ext uri="{FF2B5EF4-FFF2-40B4-BE49-F238E27FC236}">
                <a16:creationId xmlns:a16="http://schemas.microsoft.com/office/drawing/2014/main" id="{1BA22BF6-B1E1-953D-9DF8-6B38B60BF479}"/>
              </a:ext>
            </a:extLst>
          </p:cNvPr>
          <p:cNvSpPr/>
          <p:nvPr/>
        </p:nvSpPr>
        <p:spPr>
          <a:xfrm>
            <a:off x="433774" y="1032214"/>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Mi a célja?</a:t>
            </a:r>
          </a:p>
        </p:txBody>
      </p:sp>
      <p:sp>
        <p:nvSpPr>
          <p:cNvPr id="99" name="Téglalap 98">
            <a:extLst>
              <a:ext uri="{FF2B5EF4-FFF2-40B4-BE49-F238E27FC236}">
                <a16:creationId xmlns:a16="http://schemas.microsoft.com/office/drawing/2014/main" id="{928A67FF-E86A-C718-EC4C-4F5EBC74CAC5}"/>
              </a:ext>
            </a:extLst>
          </p:cNvPr>
          <p:cNvSpPr/>
          <p:nvPr/>
        </p:nvSpPr>
        <p:spPr>
          <a:xfrm>
            <a:off x="433774" y="2177480"/>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Mire ad választ?</a:t>
            </a:r>
          </a:p>
        </p:txBody>
      </p:sp>
      <p:sp>
        <p:nvSpPr>
          <p:cNvPr id="100" name="Téglalap 99">
            <a:extLst>
              <a:ext uri="{FF2B5EF4-FFF2-40B4-BE49-F238E27FC236}">
                <a16:creationId xmlns:a16="http://schemas.microsoft.com/office/drawing/2014/main" id="{3DFA68FC-C210-4A89-A7FE-0430C76FFF1D}"/>
              </a:ext>
            </a:extLst>
          </p:cNvPr>
          <p:cNvSpPr/>
          <p:nvPr/>
        </p:nvSpPr>
        <p:spPr>
          <a:xfrm>
            <a:off x="460343" y="7023100"/>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Eszközök</a:t>
            </a:r>
          </a:p>
        </p:txBody>
      </p:sp>
      <p:sp>
        <p:nvSpPr>
          <p:cNvPr id="101" name="Téglalap 100">
            <a:extLst>
              <a:ext uri="{FF2B5EF4-FFF2-40B4-BE49-F238E27FC236}">
                <a16:creationId xmlns:a16="http://schemas.microsoft.com/office/drawing/2014/main" id="{399055D4-75B8-B1FA-2048-101F40BEEF33}"/>
              </a:ext>
            </a:extLst>
          </p:cNvPr>
          <p:cNvSpPr/>
          <p:nvPr/>
        </p:nvSpPr>
        <p:spPr>
          <a:xfrm>
            <a:off x="460343" y="8802995"/>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Tudástár</a:t>
            </a:r>
          </a:p>
        </p:txBody>
      </p:sp>
      <p:sp>
        <p:nvSpPr>
          <p:cNvPr id="8" name="Szövegdoboz 7">
            <a:extLst>
              <a:ext uri="{FF2B5EF4-FFF2-40B4-BE49-F238E27FC236}">
                <a16:creationId xmlns:a16="http://schemas.microsoft.com/office/drawing/2014/main" id="{7EED4182-2D4B-E28B-7397-A37348141EAD}"/>
              </a:ext>
            </a:extLst>
          </p:cNvPr>
          <p:cNvSpPr txBox="1"/>
          <p:nvPr/>
        </p:nvSpPr>
        <p:spPr>
          <a:xfrm>
            <a:off x="433774" y="2774332"/>
            <a:ext cx="8744754" cy="3744000"/>
          </a:xfrm>
          <a:prstGeom prst="rect">
            <a:avLst/>
          </a:prstGeom>
          <a:noFill/>
        </p:spPr>
        <p:txBody>
          <a:bodyPr wrap="square" numCol="2">
            <a:spAutoFit/>
          </a:bodyPr>
          <a:lstStyle/>
          <a:p>
            <a:pPr marL="35"/>
            <a:r>
              <a:rPr lang="hu-HU" sz="1050" b="1"/>
              <a:t>Kérdéslista:</a:t>
            </a:r>
          </a:p>
          <a:p>
            <a:pPr marL="35"/>
            <a:endParaRPr lang="hu-HU" sz="1050" b="1"/>
          </a:p>
          <a:p>
            <a:pPr marL="171485" indent="-171450">
              <a:buFont typeface="Arial" panose="020B0604020202020204" pitchFamily="34" charset="0"/>
              <a:buChar char="•"/>
            </a:pPr>
            <a:r>
              <a:rPr lang="hu-HU" sz="1050" b="1"/>
              <a:t>Mi a jelenlegi helyzet?</a:t>
            </a:r>
          </a:p>
          <a:p>
            <a:pPr marL="268288" lvl="1" defTabSz="268288"/>
            <a:r>
              <a:rPr lang="hu-HU" sz="1050"/>
              <a:t>Milyen folyamatban vagy területen jelentkezik a probléma?</a:t>
            </a:r>
          </a:p>
          <a:p>
            <a:pPr marL="268288" lvl="1" defTabSz="268288"/>
            <a:r>
              <a:rPr lang="hu-HU" sz="1050"/>
              <a:t>Milyen adataink vannak a jelenlegi teljesítményről?</a:t>
            </a:r>
          </a:p>
          <a:p>
            <a:pPr marL="171485" indent="-171450">
              <a:buFont typeface="Arial" panose="020B0604020202020204" pitchFamily="34" charset="0"/>
              <a:buChar char="•"/>
            </a:pPr>
            <a:r>
              <a:rPr lang="hu-HU" sz="1050" b="1"/>
              <a:t>Mi a probléma pontos megfogalmazása?</a:t>
            </a:r>
          </a:p>
          <a:p>
            <a:pPr marL="268288" lvl="1" defTabSz="268288"/>
            <a:r>
              <a:rPr lang="hu-HU" sz="1050"/>
              <a:t>Mi az eltérés az elvárt és a tényleges eredmények között?</a:t>
            </a:r>
          </a:p>
          <a:p>
            <a:pPr marL="268288" lvl="1" defTabSz="268288"/>
            <a:r>
              <a:rPr lang="hu-HU" sz="1050"/>
              <a:t>Milyen konkrét tünetek vagy jelek mutatnak a problémára?</a:t>
            </a:r>
          </a:p>
          <a:p>
            <a:pPr marL="171485" indent="-171450">
              <a:buFont typeface="Arial" panose="020B0604020202020204" pitchFamily="34" charset="0"/>
              <a:buChar char="•"/>
            </a:pPr>
            <a:r>
              <a:rPr lang="hu-HU" sz="1050" b="1"/>
              <a:t>Miért fontos a probléma megoldása?</a:t>
            </a:r>
          </a:p>
          <a:p>
            <a:pPr marL="268288" defTabSz="268288"/>
            <a:r>
              <a:rPr lang="hu-HU" sz="1050"/>
              <a:t>Milyen hatással van a probléma a vevőkre, a folyamatokra vagy a szervezetre?</a:t>
            </a:r>
          </a:p>
          <a:p>
            <a:pPr marL="268288" defTabSz="268288"/>
            <a:r>
              <a:rPr lang="hu-HU" sz="1050"/>
              <a:t>Milyen kockázatok vagy költségek merülnek fel, ha nem kezeljük a problémát?</a:t>
            </a:r>
          </a:p>
          <a:p>
            <a:pPr marL="171485" indent="-171450">
              <a:buFont typeface="Arial" panose="020B0604020202020204" pitchFamily="34" charset="0"/>
              <a:buChar char="•"/>
            </a:pPr>
            <a:r>
              <a:rPr lang="hu-HU" sz="1050" b="1"/>
              <a:t>Hol és mikor jelentkezik a probléma?</a:t>
            </a:r>
          </a:p>
          <a:p>
            <a:pPr marL="268288" defTabSz="268288"/>
            <a:r>
              <a:rPr lang="hu-HU" sz="1050"/>
              <a:t>Van-e meghatározott helyszín vagy időpont, amikor a probléma előfordul?</a:t>
            </a:r>
          </a:p>
          <a:p>
            <a:pPr marL="268288" defTabSz="268288"/>
            <a:r>
              <a:rPr lang="hu-HU" sz="1050"/>
              <a:t>Milyen gyakorisággal történik meg?</a:t>
            </a:r>
          </a:p>
          <a:p>
            <a:pPr marL="171485" indent="-171450">
              <a:buFont typeface="Arial" panose="020B0604020202020204" pitchFamily="34" charset="0"/>
              <a:buChar char="•"/>
            </a:pPr>
            <a:r>
              <a:rPr lang="hu-HU" sz="1050" b="1"/>
              <a:t>Ki érintett a problémában?</a:t>
            </a:r>
          </a:p>
          <a:p>
            <a:pPr marL="268288" defTabSz="268288"/>
            <a:r>
              <a:rPr lang="hu-HU" sz="1050"/>
              <a:t>Melyik csapat vagy munkatársak tapasztalják a problémát?</a:t>
            </a:r>
          </a:p>
          <a:p>
            <a:pPr marL="268288" defTabSz="268288"/>
            <a:r>
              <a:rPr lang="hu-HU" sz="1050"/>
              <a:t>Ki felelős a folyamatért, ahol a probléma felmerül?</a:t>
            </a:r>
          </a:p>
          <a:p>
            <a:pPr marL="171485" indent="-171450">
              <a:buFont typeface="Arial" panose="020B0604020202020204" pitchFamily="34" charset="0"/>
              <a:buChar char="•"/>
            </a:pPr>
            <a:r>
              <a:rPr lang="hu-HU" sz="1050" b="1"/>
              <a:t>Milyen adatok vagy tények támasztják alá a problémát?</a:t>
            </a:r>
          </a:p>
          <a:p>
            <a:pPr marL="268288" defTabSz="268288"/>
            <a:r>
              <a:rPr lang="hu-HU" sz="1050"/>
              <a:t>Vannak-e mérhető mutatók vagy statisztikák?</a:t>
            </a:r>
          </a:p>
          <a:p>
            <a:pPr marL="268288" defTabSz="268288"/>
            <a:r>
              <a:rPr lang="hu-HU" sz="1050"/>
              <a:t>Milyen trendek figyelhetők meg az adatokban?</a:t>
            </a:r>
          </a:p>
          <a:p>
            <a:pPr marL="171485" indent="-171450" defTabSz="268288">
              <a:buFont typeface="Arial" panose="020B0604020202020204" pitchFamily="34" charset="0"/>
              <a:buChar char="•"/>
            </a:pPr>
            <a:r>
              <a:rPr lang="hu-HU" sz="1050" b="1"/>
              <a:t>Mi az ideális állapot vagy cél?</a:t>
            </a:r>
          </a:p>
          <a:p>
            <a:pPr marL="268288" defTabSz="268288"/>
            <a:r>
              <a:rPr lang="hu-HU" sz="1050"/>
              <a:t>Milyen eredményt szeretnénk elérni a probléma megoldásával?</a:t>
            </a:r>
          </a:p>
          <a:p>
            <a:pPr marL="268288" defTabSz="268288"/>
            <a:r>
              <a:rPr lang="hu-HU" sz="1050"/>
              <a:t>Mi az elvárt teljesítmény vagy minőségi szint?</a:t>
            </a:r>
          </a:p>
          <a:p>
            <a:pPr marL="171485" indent="-171450">
              <a:buFont typeface="Arial" panose="020B0604020202020204" pitchFamily="34" charset="0"/>
              <a:buChar char="•"/>
            </a:pPr>
            <a:r>
              <a:rPr lang="hu-HU" sz="1050" b="1"/>
              <a:t>Milyen feltételezéseink vannak a problémáról?</a:t>
            </a:r>
          </a:p>
          <a:p>
            <a:pPr marL="268288" defTabSz="268288"/>
            <a:r>
              <a:rPr lang="hu-HU" sz="1050"/>
              <a:t>Milyen előzetes vélemények vagy hiedelmek befolyásolhatják a megítélésünket?</a:t>
            </a:r>
          </a:p>
          <a:p>
            <a:pPr marL="268288" defTabSz="268288"/>
            <a:r>
              <a:rPr lang="hu-HU" sz="1050"/>
              <a:t>Hogyan tudjuk ezeket ellenőrizni vagy megerősíteni?</a:t>
            </a:r>
          </a:p>
          <a:p>
            <a:pPr marL="171485" indent="-171450">
              <a:buFont typeface="Arial" panose="020B0604020202020204" pitchFamily="34" charset="0"/>
              <a:buChar char="•"/>
            </a:pPr>
            <a:r>
              <a:rPr lang="hu-HU" sz="1050" b="1"/>
              <a:t>Milyen korábbi próbálkozások történtek a probléma megoldására?</a:t>
            </a:r>
          </a:p>
          <a:p>
            <a:pPr marL="268288" defTabSz="268288"/>
            <a:r>
              <a:rPr lang="hu-HU" sz="1050"/>
              <a:t>Mik voltak ezek eredményei?</a:t>
            </a:r>
          </a:p>
          <a:p>
            <a:pPr marL="268288" defTabSz="268288"/>
            <a:r>
              <a:rPr lang="hu-HU" sz="1050"/>
              <a:t>Mit tanultunk ezekből a kísérletekből?</a:t>
            </a:r>
          </a:p>
          <a:p>
            <a:pPr marL="171485" indent="-171450" defTabSz="268288">
              <a:buFont typeface="Arial" panose="020B0604020202020204" pitchFamily="34" charset="0"/>
              <a:buChar char="•"/>
            </a:pPr>
            <a:r>
              <a:rPr lang="hu-HU" sz="1050" b="1"/>
              <a:t>Milyen lehetséges gyökérokok lehetnek?</a:t>
            </a:r>
          </a:p>
          <a:p>
            <a:pPr marL="268288" defTabSz="268288"/>
            <a:r>
              <a:rPr lang="hu-HU" sz="1050"/>
              <a:t>Milyen tényezők járulhatnak hozzá a probléma kialakulásához?</a:t>
            </a:r>
          </a:p>
          <a:p>
            <a:pPr marL="268288" defTabSz="268288"/>
            <a:r>
              <a:rPr lang="hu-HU" sz="1050"/>
              <a:t>Szükség van-e további elemzésre vagy adatgyűjtésre?</a:t>
            </a:r>
          </a:p>
          <a:p>
            <a:pPr marL="171485" indent="-171450" defTabSz="268288">
              <a:buFont typeface="Arial" panose="020B0604020202020204" pitchFamily="34" charset="0"/>
              <a:buChar char="•"/>
            </a:pPr>
            <a:r>
              <a:rPr lang="hu-HU" sz="1050" b="1"/>
              <a:t>Milyen erőforrások állnak rendelkezésre a probléma megoldásához?</a:t>
            </a:r>
          </a:p>
          <a:p>
            <a:pPr marL="268288" defTabSz="268288"/>
            <a:r>
              <a:rPr lang="hu-HU" sz="1050"/>
              <a:t>Ki tud segíteni az elemzésben és a megoldás kidolgozásában?</a:t>
            </a:r>
          </a:p>
          <a:p>
            <a:pPr marL="268288" defTabSz="268288"/>
            <a:r>
              <a:rPr lang="hu-HU" sz="1050"/>
              <a:t>Milyen eszközök vagy információk érhetők el?</a:t>
            </a:r>
          </a:p>
          <a:p>
            <a:pPr marL="171485" indent="-171450">
              <a:buFont typeface="Arial" panose="020B0604020202020204" pitchFamily="34" charset="0"/>
              <a:buChar char="•"/>
            </a:pPr>
            <a:r>
              <a:rPr lang="hu-HU" sz="1050" b="1"/>
              <a:t>Milyen hatással lesz a megoldás a szervezet más részeire?</a:t>
            </a:r>
          </a:p>
          <a:p>
            <a:pPr marL="268288" defTabSz="268288"/>
            <a:r>
              <a:rPr lang="hu-HU" sz="1050"/>
              <a:t>Vannak-e lehetséges mellékhatások vagy kockázatok?</a:t>
            </a:r>
          </a:p>
          <a:p>
            <a:pPr marL="268288" defTabSz="268288"/>
            <a:r>
              <a:rPr lang="hu-HU" sz="1050"/>
              <a:t>Hogyan kommunikáljuk a változásokat az érintettek felé?</a:t>
            </a:r>
          </a:p>
        </p:txBody>
      </p:sp>
      <p:sp>
        <p:nvSpPr>
          <p:cNvPr id="14" name="Szövegdoboz 13">
            <a:extLst>
              <a:ext uri="{FF2B5EF4-FFF2-40B4-BE49-F238E27FC236}">
                <a16:creationId xmlns:a16="http://schemas.microsoft.com/office/drawing/2014/main" id="{58E45E36-7AF2-9CEE-4DF1-64DA3CF8F1C0}"/>
              </a:ext>
            </a:extLst>
          </p:cNvPr>
          <p:cNvSpPr txBox="1"/>
          <p:nvPr/>
        </p:nvSpPr>
        <p:spPr>
          <a:xfrm>
            <a:off x="433774" y="7411611"/>
            <a:ext cx="3121367" cy="1226041"/>
          </a:xfrm>
          <a:prstGeom prst="rect">
            <a:avLst/>
          </a:prstGeom>
          <a:noFill/>
        </p:spPr>
        <p:txBody>
          <a:bodyPr wrap="none" rtlCol="0">
            <a:spAutoFit/>
          </a:bodyPr>
          <a:lstStyle/>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hu-HU" sz="1050">
                <a:latin typeface="+mj-lt"/>
              </a:rPr>
              <a:t>SWOT analízis</a:t>
            </a:r>
          </a:p>
          <a:p>
            <a:pPr marL="171450" indent="-171450" defTabSz="914400">
              <a:buFont typeface="Arial" panose="020B0604020202020204" pitchFamily="34" charset="0"/>
              <a:buChar char="•"/>
              <a:defRPr/>
            </a:pPr>
            <a:r>
              <a:rPr lang="hu-HU" sz="1050" err="1">
                <a:latin typeface="+mj-lt"/>
              </a:rPr>
              <a:t>Kotter</a:t>
            </a:r>
            <a:r>
              <a:rPr lang="hu-HU" sz="1050">
                <a:latin typeface="+mj-lt"/>
              </a:rPr>
              <a:t> modell</a:t>
            </a:r>
          </a:p>
          <a:p>
            <a:pPr marL="171450" marR="0" lvl="0" indent="-171450" defTabSz="914400" fontAlgn="auto">
              <a:spcBef>
                <a:spcPts val="0"/>
              </a:spcBef>
              <a:spcAft>
                <a:spcPts val="0"/>
              </a:spcAft>
              <a:buClrTx/>
              <a:buSzTx/>
              <a:buFont typeface="Arial" panose="020B0604020202020204" pitchFamily="34" charset="0"/>
              <a:buChar char="•"/>
              <a:tabLst/>
              <a:defRPr/>
            </a:pPr>
            <a:r>
              <a:rPr lang="hu-HU" sz="1050">
                <a:latin typeface="+mj-lt"/>
              </a:rPr>
              <a:t>Küldetés (</a:t>
            </a:r>
            <a:r>
              <a:rPr lang="hu-HU" sz="1050" err="1">
                <a:latin typeface="+mj-lt"/>
              </a:rPr>
              <a:t>mission</a:t>
            </a:r>
            <a:r>
              <a:rPr lang="hu-HU" sz="1050">
                <a:latin typeface="+mj-lt"/>
              </a:rPr>
              <a:t>)/Jövőkép (</a:t>
            </a:r>
            <a:r>
              <a:rPr lang="hu-HU" sz="1050" err="1">
                <a:latin typeface="+mj-lt"/>
              </a:rPr>
              <a:t>vision</a:t>
            </a:r>
            <a:r>
              <a:rPr lang="hu-HU" sz="1050">
                <a:latin typeface="+mj-lt"/>
              </a:rPr>
              <a:t>)/Cél (stratégiai)</a:t>
            </a:r>
          </a:p>
          <a:p>
            <a:pPr marL="171450" indent="-171450" defTabSz="914400">
              <a:buFont typeface="Arial" panose="020B0604020202020204" pitchFamily="34" charset="0"/>
              <a:buChar char="•"/>
              <a:defRPr/>
            </a:pPr>
            <a:r>
              <a:rPr lang="hu-HU" sz="1050">
                <a:latin typeface="+mj-lt"/>
              </a:rPr>
              <a:t>Probléma megfogalmazása</a:t>
            </a:r>
          </a:p>
          <a:p>
            <a:pPr marL="171450" indent="-171450" defTabSz="914400">
              <a:buFont typeface="Arial" panose="020B0604020202020204" pitchFamily="34" charset="0"/>
              <a:buChar char="•"/>
              <a:defRPr/>
            </a:pPr>
            <a:r>
              <a:rPr lang="hu-HU" sz="1050">
                <a:latin typeface="+mj-lt"/>
              </a:rPr>
              <a:t>Gyökérokok meghatározása (5 miért?, Halszálka)</a:t>
            </a:r>
          </a:p>
          <a:p>
            <a:endParaRPr lang="hu-HU"/>
          </a:p>
        </p:txBody>
      </p:sp>
    </p:spTree>
    <p:extLst>
      <p:ext uri="{BB962C8B-B14F-4D97-AF65-F5344CB8AC3E}">
        <p14:creationId xmlns:p14="http://schemas.microsoft.com/office/powerpoint/2010/main" val="1419325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a:off x="102838" y="32002"/>
            <a:ext cx="9396000" cy="83084"/>
          </a:xfrm>
          <a:prstGeom prst="rect">
            <a:avLst/>
          </a:prstGeom>
          <a:solidFill>
            <a:srgbClr val="FBB82F"/>
          </a:solidFill>
        </p:spPr>
        <p:txBody>
          <a:bodyPr/>
          <a:lstStyle/>
          <a:p>
            <a:endParaRPr lang="hu-HU" sz="1014"/>
          </a:p>
        </p:txBody>
      </p:sp>
      <p:sp>
        <p:nvSpPr>
          <p:cNvPr id="7" name="AutoShape 7"/>
          <p:cNvSpPr/>
          <p:nvPr/>
        </p:nvSpPr>
        <p:spPr>
          <a:xfrm>
            <a:off x="4781550" y="30198"/>
            <a:ext cx="4716000" cy="83084"/>
          </a:xfrm>
          <a:prstGeom prst="rect">
            <a:avLst/>
          </a:prstGeom>
          <a:solidFill>
            <a:srgbClr val="000000"/>
          </a:solidFill>
        </p:spPr>
        <p:txBody>
          <a:bodyPr/>
          <a:lstStyle/>
          <a:p>
            <a:endParaRPr lang="hu-HU" sz="1014"/>
          </a:p>
        </p:txBody>
      </p:sp>
      <p:sp>
        <p:nvSpPr>
          <p:cNvPr id="2" name="AutoShape 6">
            <a:extLst>
              <a:ext uri="{FF2B5EF4-FFF2-40B4-BE49-F238E27FC236}">
                <a16:creationId xmlns:a16="http://schemas.microsoft.com/office/drawing/2014/main" id="{CA0C2F48-510F-3B3C-D12C-30CE99608DC1}"/>
              </a:ext>
            </a:extLst>
          </p:cNvPr>
          <p:cNvSpPr/>
          <p:nvPr/>
        </p:nvSpPr>
        <p:spPr>
          <a:xfrm>
            <a:off x="100149" y="12721958"/>
            <a:ext cx="9360000" cy="83084"/>
          </a:xfrm>
          <a:prstGeom prst="rect">
            <a:avLst/>
          </a:prstGeom>
          <a:solidFill>
            <a:srgbClr val="FBB82F"/>
          </a:solidFill>
        </p:spPr>
        <p:txBody>
          <a:bodyPr/>
          <a:lstStyle/>
          <a:p>
            <a:endParaRPr lang="hu-HU" sz="1014"/>
          </a:p>
        </p:txBody>
      </p:sp>
      <p:sp>
        <p:nvSpPr>
          <p:cNvPr id="3" name="AutoShape 7">
            <a:extLst>
              <a:ext uri="{FF2B5EF4-FFF2-40B4-BE49-F238E27FC236}">
                <a16:creationId xmlns:a16="http://schemas.microsoft.com/office/drawing/2014/main" id="{723B9256-63F1-547E-E12A-2EA4539CB08B}"/>
              </a:ext>
            </a:extLst>
          </p:cNvPr>
          <p:cNvSpPr/>
          <p:nvPr/>
        </p:nvSpPr>
        <p:spPr>
          <a:xfrm>
            <a:off x="4749744" y="12722860"/>
            <a:ext cx="4788000" cy="83084"/>
          </a:xfrm>
          <a:prstGeom prst="rect">
            <a:avLst/>
          </a:prstGeom>
          <a:solidFill>
            <a:srgbClr val="000000"/>
          </a:solidFill>
        </p:spPr>
        <p:txBody>
          <a:bodyPr/>
          <a:lstStyle/>
          <a:p>
            <a:endParaRPr lang="hu-HU" sz="1014"/>
          </a:p>
        </p:txBody>
      </p:sp>
      <p:sp>
        <p:nvSpPr>
          <p:cNvPr id="122" name="Szövegdoboz 121">
            <a:extLst>
              <a:ext uri="{FF2B5EF4-FFF2-40B4-BE49-F238E27FC236}">
                <a16:creationId xmlns:a16="http://schemas.microsoft.com/office/drawing/2014/main" id="{D9D31757-47F1-CEE4-501F-C02B45D12B05}"/>
              </a:ext>
            </a:extLst>
          </p:cNvPr>
          <p:cNvSpPr txBox="1"/>
          <p:nvPr/>
        </p:nvSpPr>
        <p:spPr>
          <a:xfrm>
            <a:off x="157268" y="268867"/>
            <a:ext cx="9267720" cy="461665"/>
          </a:xfrm>
          <a:prstGeom prst="rect">
            <a:avLst/>
          </a:prstGeom>
          <a:noFill/>
        </p:spPr>
        <p:txBody>
          <a:bodyPr wrap="square" rtlCol="0">
            <a:spAutoFit/>
          </a:bodyPr>
          <a:lstStyle/>
          <a:p>
            <a:pPr algn="ctr"/>
            <a:r>
              <a:rPr lang="hu-HU" sz="2400" b="1">
                <a:solidFill>
                  <a:schemeClr val="bg1">
                    <a:lumMod val="50000"/>
                  </a:schemeClr>
                </a:solidFill>
                <a:latin typeface="Calibri" panose="020F0502020204030204" pitchFamily="34" charset="0"/>
              </a:rPr>
              <a:t>PROJEKT ERŐFORRÁS</a:t>
            </a:r>
          </a:p>
        </p:txBody>
      </p:sp>
      <p:sp>
        <p:nvSpPr>
          <p:cNvPr id="10" name="Szövegdoboz 9">
            <a:extLst>
              <a:ext uri="{FF2B5EF4-FFF2-40B4-BE49-F238E27FC236}">
                <a16:creationId xmlns:a16="http://schemas.microsoft.com/office/drawing/2014/main" id="{85EEE86B-9F85-7213-9FF8-0631646F66C7}"/>
              </a:ext>
            </a:extLst>
          </p:cNvPr>
          <p:cNvSpPr txBox="1"/>
          <p:nvPr/>
        </p:nvSpPr>
        <p:spPr>
          <a:xfrm>
            <a:off x="432035" y="1333127"/>
            <a:ext cx="8789966" cy="738664"/>
          </a:xfrm>
          <a:prstGeom prst="rect">
            <a:avLst/>
          </a:prstGeom>
          <a:noFill/>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u-HU" sz="1050"/>
              <a:t>Jelenállapot elemzése: </a:t>
            </a:r>
            <a:r>
              <a:rPr kumimoji="0" lang="hu-HU" sz="1050" b="0" i="0" u="none" strike="noStrike" kern="0" cap="none" spc="0" normalizeH="0" baseline="0" noProof="0">
                <a:ln>
                  <a:noFill/>
                </a:ln>
                <a:solidFill>
                  <a:srgbClr val="000000"/>
                </a:solidFill>
                <a:effectLst/>
                <a:uLnTx/>
                <a:uFillTx/>
              </a:rPr>
              <a:t>politikai, gazdasági, társadalmi, technológiai, jogi szempontok; szervezeti háttér; folyamatok, ügyfélkapcsolatok, működési kultúra</a:t>
            </a:r>
          </a:p>
          <a:p>
            <a:pPr marL="285750" indent="-285750">
              <a:buFont typeface="Arial" panose="020B0604020202020204" pitchFamily="34" charset="0"/>
              <a:buChar char="•"/>
            </a:pPr>
            <a:r>
              <a:rPr lang="hu-HU" sz="1050"/>
              <a:t>Célállapot megfogalmazása: ideális állapot, mérhető eredmények</a:t>
            </a:r>
          </a:p>
          <a:p>
            <a:pPr marL="285750" indent="-285750">
              <a:buFont typeface="Arial" panose="020B0604020202020204" pitchFamily="34" charset="0"/>
              <a:buChar char="•"/>
            </a:pPr>
            <a:r>
              <a:rPr lang="hu-HU" sz="1050"/>
              <a:t>Probléma definiálása: eltérés meghatározása</a:t>
            </a:r>
          </a:p>
          <a:p>
            <a:pPr marL="285750" indent="-285750">
              <a:buFont typeface="Arial" panose="020B0604020202020204" pitchFamily="34" charset="0"/>
              <a:buChar char="•"/>
            </a:pPr>
            <a:r>
              <a:rPr lang="hu-HU" sz="1050"/>
              <a:t>Gyökérokelemzés: okok, akadályok; meglévő kultúra; érintettek</a:t>
            </a:r>
            <a:endParaRPr lang="hu-HU" sz="1400"/>
          </a:p>
        </p:txBody>
      </p:sp>
      <p:sp>
        <p:nvSpPr>
          <p:cNvPr id="15" name="Szövegdoboz 14">
            <a:extLst>
              <a:ext uri="{FF2B5EF4-FFF2-40B4-BE49-F238E27FC236}">
                <a16:creationId xmlns:a16="http://schemas.microsoft.com/office/drawing/2014/main" id="{D0623B96-2E96-6E19-9A8E-1B3EA3CF8150}"/>
              </a:ext>
            </a:extLst>
          </p:cNvPr>
          <p:cNvSpPr txBox="1"/>
          <p:nvPr/>
        </p:nvSpPr>
        <p:spPr>
          <a:xfrm>
            <a:off x="460343" y="9415211"/>
            <a:ext cx="8498600" cy="2246769"/>
          </a:xfrm>
          <a:prstGeom prst="rect">
            <a:avLst/>
          </a:prstGeom>
          <a:noFill/>
        </p:spPr>
        <p:txBody>
          <a:bodyPr wrap="square">
            <a:spAutoFit/>
          </a:bodyPr>
          <a:lstStyle/>
          <a:p>
            <a:endParaRPr lang="hu-HU" sz="1400"/>
          </a:p>
          <a:p>
            <a:r>
              <a:rPr lang="hu-HU" sz="1050" b="1"/>
              <a:t>YouTube:</a:t>
            </a:r>
          </a:p>
          <a:p>
            <a:pPr marL="171450" indent="-171450">
              <a:buFont typeface="Arial" panose="020B0604020202020204" pitchFamily="34" charset="0"/>
              <a:buChar char="•"/>
            </a:pPr>
            <a:r>
              <a:rPr lang="en-US" sz="1050">
                <a:hlinkClick r:id="rId3">
                  <a:extLst>
                    <a:ext uri="{A12FA001-AC4F-418D-AE19-62706E023703}">
                      <ahyp:hlinkClr xmlns:ahyp="http://schemas.microsoft.com/office/drawing/2018/hyperlinkcolor" val="tx"/>
                    </a:ext>
                  </a:extLst>
                </a:hlinkClick>
              </a:rPr>
              <a:t>How to gain control of your free time | Laura </a:t>
            </a:r>
            <a:r>
              <a:rPr lang="en-US" sz="1050" err="1">
                <a:hlinkClick r:id="rId3">
                  <a:extLst>
                    <a:ext uri="{A12FA001-AC4F-418D-AE19-62706E023703}">
                      <ahyp:hlinkClr xmlns:ahyp="http://schemas.microsoft.com/office/drawing/2018/hyperlinkcolor" val="tx"/>
                    </a:ext>
                  </a:extLst>
                </a:hlinkClick>
              </a:rPr>
              <a:t>Vanderkam</a:t>
            </a:r>
            <a:r>
              <a:rPr lang="en-US" sz="1050">
                <a:hlinkClick r:id="rId3">
                  <a:extLst>
                    <a:ext uri="{A12FA001-AC4F-418D-AE19-62706E023703}">
                      <ahyp:hlinkClr xmlns:ahyp="http://schemas.microsoft.com/office/drawing/2018/hyperlinkcolor" val="tx"/>
                    </a:ext>
                  </a:extLst>
                </a:hlinkClick>
              </a:rPr>
              <a:t> | TED</a:t>
            </a:r>
            <a:endParaRPr lang="hu-HU" sz="1050"/>
          </a:p>
          <a:p>
            <a:pPr marL="171450" indent="-171450">
              <a:buFont typeface="Arial" panose="020B0604020202020204" pitchFamily="34" charset="0"/>
              <a:buChar char="•"/>
            </a:pPr>
            <a:endParaRPr lang="hu-HU" sz="1050"/>
          </a:p>
          <a:p>
            <a:pPr marL="171450" indent="-171450">
              <a:buFont typeface="Arial" panose="020B0604020202020204" pitchFamily="34" charset="0"/>
              <a:buChar char="•"/>
            </a:pPr>
            <a:endParaRPr lang="hu-HU" sz="1050"/>
          </a:p>
          <a:p>
            <a:r>
              <a:rPr lang="hu-HU" sz="1050" b="1" err="1"/>
              <a:t>Udemy</a:t>
            </a:r>
            <a:r>
              <a:rPr lang="hu-HU" sz="1050" b="1"/>
              <a:t>:</a:t>
            </a:r>
          </a:p>
          <a:p>
            <a:pPr marL="171450" indent="-171450">
              <a:buFont typeface="Arial" panose="020B0604020202020204" pitchFamily="34" charset="0"/>
              <a:buChar char="•"/>
            </a:pPr>
            <a:r>
              <a:rPr lang="en-US" sz="1050" i="0">
                <a:effectLst/>
              </a:rPr>
              <a:t>Course: Create A Culture Of Learning In Your Workplace | Udemy Business</a:t>
            </a:r>
            <a:endParaRPr lang="hu-HU" sz="1050" i="0">
              <a:effectLst/>
            </a:endParaRPr>
          </a:p>
          <a:p>
            <a:pPr marL="171450" indent="-171450">
              <a:buFont typeface="Arial" panose="020B0604020202020204" pitchFamily="34" charset="0"/>
              <a:buChar char="•"/>
            </a:pPr>
            <a:r>
              <a:rPr lang="en-US" sz="1050"/>
              <a:t>Course: The Science of Leadership | Udemy Business</a:t>
            </a:r>
            <a:endParaRPr lang="hu-HU" sz="1050"/>
          </a:p>
          <a:p>
            <a:pPr marL="171450" indent="-171450">
              <a:buFont typeface="Arial" panose="020B0604020202020204" pitchFamily="34" charset="0"/>
              <a:buChar char="•"/>
            </a:pPr>
            <a:r>
              <a:rPr lang="en-US" sz="1050"/>
              <a:t>Course: Change Agility in the Workplace: Become a Change Agent | Udemy Business</a:t>
            </a:r>
            <a:endParaRPr lang="hu-HU" sz="1050"/>
          </a:p>
          <a:p>
            <a:pPr marL="171450" indent="-171450">
              <a:buFont typeface="Arial" panose="020B0604020202020204" pitchFamily="34" charset="0"/>
              <a:buChar char="•"/>
            </a:pPr>
            <a:r>
              <a:rPr lang="en-US" sz="1050"/>
              <a:t>Course: Create A Culture Of Learning In Your Workplace | Udemy Business</a:t>
            </a:r>
            <a:endParaRPr lang="hu-HU" sz="1050"/>
          </a:p>
          <a:p>
            <a:pPr marL="171450" indent="-171450">
              <a:buFont typeface="Arial" panose="020B0604020202020204" pitchFamily="34" charset="0"/>
              <a:buChar char="•"/>
            </a:pPr>
            <a:endParaRPr lang="hu-HU" sz="1050"/>
          </a:p>
          <a:p>
            <a:pPr>
              <a:tabLst>
                <a:tab pos="176213" algn="l"/>
              </a:tabLst>
            </a:pPr>
            <a:r>
              <a:rPr lang="hu-HU" sz="1050" b="1"/>
              <a:t>Cikkek:</a:t>
            </a:r>
          </a:p>
          <a:p>
            <a:pPr marL="171450" indent="-171450">
              <a:buFont typeface="Arial" panose="020B0604020202020204" pitchFamily="34" charset="0"/>
              <a:buChar char="•"/>
              <a:tabLst>
                <a:tab pos="176213" algn="l"/>
              </a:tabLst>
            </a:pPr>
            <a:r>
              <a:rPr lang="en-US" sz="1050"/>
              <a:t>Make Sure Your Employees' Emotional Needs are Met</a:t>
            </a:r>
            <a:endParaRPr lang="hu-HU" sz="1050"/>
          </a:p>
        </p:txBody>
      </p:sp>
      <p:pic>
        <p:nvPicPr>
          <p:cNvPr id="9" name="Kép 8" descr="A képen Grafika, szöveg, Grafikus tervezés, poszter látható&#10;&#10;Automatikusan generált leírás">
            <a:extLst>
              <a:ext uri="{FF2B5EF4-FFF2-40B4-BE49-F238E27FC236}">
                <a16:creationId xmlns:a16="http://schemas.microsoft.com/office/drawing/2014/main" id="{DD5285BF-C03B-5978-1542-F877CAE59C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2001" y="12420983"/>
            <a:ext cx="202987" cy="216678"/>
          </a:xfrm>
          <a:prstGeom prst="rect">
            <a:avLst/>
          </a:prstGeom>
        </p:spPr>
      </p:pic>
      <p:pic>
        <p:nvPicPr>
          <p:cNvPr id="11" name="Kép 10" descr="A képen tervezés, Betűtípus látható&#10;&#10;Automatikusan generált leírás">
            <a:extLst>
              <a:ext uri="{FF2B5EF4-FFF2-40B4-BE49-F238E27FC236}">
                <a16:creationId xmlns:a16="http://schemas.microsoft.com/office/drawing/2014/main" id="{FEC3143F-319B-55B1-4F86-E24731E3E896}"/>
              </a:ext>
            </a:extLst>
          </p:cNvPr>
          <p:cNvPicPr>
            <a:picLocks noChangeAspect="1"/>
          </p:cNvPicPr>
          <p:nvPr/>
        </p:nvPicPr>
        <p:blipFill rotWithShape="1">
          <a:blip r:embed="rId5">
            <a:extLst>
              <a:ext uri="{28A0092B-C50C-407E-A947-70E740481C1C}">
                <a14:useLocalDpi xmlns:a14="http://schemas.microsoft.com/office/drawing/2010/main" val="0"/>
              </a:ext>
            </a:extLst>
          </a:blip>
          <a:srcRect l="15131" t="37580" r="15263" b="37562"/>
          <a:stretch/>
        </p:blipFill>
        <p:spPr>
          <a:xfrm>
            <a:off x="8686219" y="12482440"/>
            <a:ext cx="492310" cy="124244"/>
          </a:xfrm>
          <a:prstGeom prst="rect">
            <a:avLst/>
          </a:prstGeom>
        </p:spPr>
      </p:pic>
      <p:sp>
        <p:nvSpPr>
          <p:cNvPr id="13" name="Téglalap 12">
            <a:extLst>
              <a:ext uri="{FF2B5EF4-FFF2-40B4-BE49-F238E27FC236}">
                <a16:creationId xmlns:a16="http://schemas.microsoft.com/office/drawing/2014/main" id="{A3DBC7AE-05FB-1028-4E7B-18BE5AED4C57}"/>
              </a:ext>
            </a:extLst>
          </p:cNvPr>
          <p:cNvSpPr/>
          <p:nvPr/>
        </p:nvSpPr>
        <p:spPr>
          <a:xfrm>
            <a:off x="97971" y="180545"/>
            <a:ext cx="9397863" cy="1247235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7" name="Téglalap 96">
            <a:extLst>
              <a:ext uri="{FF2B5EF4-FFF2-40B4-BE49-F238E27FC236}">
                <a16:creationId xmlns:a16="http://schemas.microsoft.com/office/drawing/2014/main" id="{1BA22BF6-B1E1-953D-9DF8-6B38B60BF479}"/>
              </a:ext>
            </a:extLst>
          </p:cNvPr>
          <p:cNvSpPr/>
          <p:nvPr/>
        </p:nvSpPr>
        <p:spPr>
          <a:xfrm>
            <a:off x="433774" y="1032214"/>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Mi a célja?</a:t>
            </a:r>
          </a:p>
        </p:txBody>
      </p:sp>
      <p:sp>
        <p:nvSpPr>
          <p:cNvPr id="99" name="Téglalap 98">
            <a:extLst>
              <a:ext uri="{FF2B5EF4-FFF2-40B4-BE49-F238E27FC236}">
                <a16:creationId xmlns:a16="http://schemas.microsoft.com/office/drawing/2014/main" id="{928A67FF-E86A-C718-EC4C-4F5EBC74CAC5}"/>
              </a:ext>
            </a:extLst>
          </p:cNvPr>
          <p:cNvSpPr/>
          <p:nvPr/>
        </p:nvSpPr>
        <p:spPr>
          <a:xfrm>
            <a:off x="433774" y="2436971"/>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Mire ad választ?</a:t>
            </a:r>
          </a:p>
        </p:txBody>
      </p:sp>
      <p:sp>
        <p:nvSpPr>
          <p:cNvPr id="100" name="Téglalap 99">
            <a:extLst>
              <a:ext uri="{FF2B5EF4-FFF2-40B4-BE49-F238E27FC236}">
                <a16:creationId xmlns:a16="http://schemas.microsoft.com/office/drawing/2014/main" id="{3DFA68FC-C210-4A89-A7FE-0430C76FFF1D}"/>
              </a:ext>
            </a:extLst>
          </p:cNvPr>
          <p:cNvSpPr/>
          <p:nvPr/>
        </p:nvSpPr>
        <p:spPr>
          <a:xfrm>
            <a:off x="460343" y="7137093"/>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Eszközök</a:t>
            </a:r>
          </a:p>
        </p:txBody>
      </p:sp>
      <p:sp>
        <p:nvSpPr>
          <p:cNvPr id="101" name="Téglalap 100">
            <a:extLst>
              <a:ext uri="{FF2B5EF4-FFF2-40B4-BE49-F238E27FC236}">
                <a16:creationId xmlns:a16="http://schemas.microsoft.com/office/drawing/2014/main" id="{399055D4-75B8-B1FA-2048-101F40BEEF33}"/>
              </a:ext>
            </a:extLst>
          </p:cNvPr>
          <p:cNvSpPr/>
          <p:nvPr/>
        </p:nvSpPr>
        <p:spPr>
          <a:xfrm>
            <a:off x="460343" y="9260200"/>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Tudástár</a:t>
            </a:r>
          </a:p>
        </p:txBody>
      </p:sp>
      <p:sp>
        <p:nvSpPr>
          <p:cNvPr id="8" name="Szövegdoboz 7">
            <a:extLst>
              <a:ext uri="{FF2B5EF4-FFF2-40B4-BE49-F238E27FC236}">
                <a16:creationId xmlns:a16="http://schemas.microsoft.com/office/drawing/2014/main" id="{7EED4182-2D4B-E28B-7397-A37348141EAD}"/>
              </a:ext>
            </a:extLst>
          </p:cNvPr>
          <p:cNvSpPr txBox="1"/>
          <p:nvPr/>
        </p:nvSpPr>
        <p:spPr>
          <a:xfrm>
            <a:off x="454640" y="3128404"/>
            <a:ext cx="8744755" cy="3970318"/>
          </a:xfrm>
          <a:prstGeom prst="rect">
            <a:avLst/>
          </a:prstGeom>
          <a:noFill/>
        </p:spPr>
        <p:txBody>
          <a:bodyPr wrap="square" numCol="2">
            <a:spAutoFit/>
          </a:bodyPr>
          <a:lstStyle/>
          <a:p>
            <a:pPr marL="35"/>
            <a:r>
              <a:rPr lang="hu-HU" sz="1050" b="1"/>
              <a:t>Kérdéslista:</a:t>
            </a:r>
          </a:p>
          <a:p>
            <a:pPr marL="35"/>
            <a:endParaRPr lang="hu-HU" sz="1050" b="1"/>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hu-HU" sz="1050" b="1" kern="0">
                <a:solidFill>
                  <a:srgbClr val="000000"/>
                </a:solidFill>
                <a:latin typeface="Calibri" panose="020F0502020204030204"/>
              </a:rPr>
              <a:t>Milyen humán erőforrásokra van szükség a probléma megoldásához?</a:t>
            </a:r>
          </a:p>
          <a:p>
            <a:pPr lvl="1" defTabSz="914400">
              <a:defRPr/>
            </a:pPr>
            <a:r>
              <a:rPr lang="hu-HU" sz="1050" kern="0">
                <a:solidFill>
                  <a:srgbClr val="000000"/>
                </a:solidFill>
                <a:latin typeface="Calibri" panose="020F0502020204030204"/>
              </a:rPr>
              <a:t>Milyen kompetenciák állnak rendelkezésre jelenleg a csapatban? </a:t>
            </a:r>
          </a:p>
          <a:p>
            <a:pPr lvl="1" defTabSz="914400">
              <a:defRPr/>
            </a:pPr>
            <a:r>
              <a:rPr lang="hu-HU" sz="1050" kern="0">
                <a:solidFill>
                  <a:srgbClr val="000000"/>
                </a:solidFill>
                <a:latin typeface="Calibri" panose="020F0502020204030204"/>
              </a:rPr>
              <a:t>Milyen kompetenciákra van/lesz szükség a projekt során?</a:t>
            </a:r>
          </a:p>
          <a:p>
            <a:pPr lvl="1" defTabSz="914400">
              <a:defRPr/>
            </a:pPr>
            <a:r>
              <a:rPr lang="hu-HU" sz="1050" kern="0">
                <a:solidFill>
                  <a:srgbClr val="000000"/>
                </a:solidFill>
                <a:latin typeface="Calibri" panose="020F0502020204030204"/>
              </a:rPr>
              <a:t>Hogyan tudom a kollégákat fejleszteni?</a:t>
            </a:r>
          </a:p>
          <a:p>
            <a:pPr lvl="1" defTabSz="914400">
              <a:defRPr/>
            </a:pPr>
            <a:r>
              <a:rPr lang="hu-HU" sz="1050" kern="0">
                <a:solidFill>
                  <a:srgbClr val="000000"/>
                </a:solidFill>
                <a:latin typeface="Calibri" panose="020F0502020204030204"/>
              </a:rPr>
              <a:t>Honnan tudom a további kompetenciaigényeket lefedni?</a:t>
            </a:r>
          </a:p>
          <a:p>
            <a:pPr lvl="1" defTabSz="914400">
              <a:defRPr/>
            </a:pPr>
            <a:r>
              <a:rPr lang="hu-HU" sz="1050" kern="0">
                <a:solidFill>
                  <a:srgbClr val="000000"/>
                </a:solidFill>
                <a:latin typeface="Calibri" panose="020F0502020204030204"/>
              </a:rPr>
              <a:t>Hogyan tudjuk ezeket az erőforrásokat biztosítani?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hu-HU" altLang="hu-HU" sz="1050" b="1" kern="0">
                <a:solidFill>
                  <a:srgbClr val="000000"/>
                </a:solidFill>
                <a:latin typeface="Calibri" panose="020F0502020204030204"/>
              </a:rPr>
              <a:t>Milyen támogatásra van szükség a felsővezetéstől a projekt sikeréhez?</a:t>
            </a:r>
          </a:p>
          <a:p>
            <a:pPr lvl="1" defTabSz="914400">
              <a:defRPr/>
            </a:pPr>
            <a:r>
              <a:rPr lang="hu-HU" altLang="hu-HU" sz="1050" kern="0">
                <a:solidFill>
                  <a:srgbClr val="000000"/>
                </a:solidFill>
                <a:latin typeface="Calibri" panose="020F0502020204030204"/>
              </a:rPr>
              <a:t>Hogyan biztosítjuk a vezetőség elkötelezettségét és támogatását?</a:t>
            </a:r>
          </a:p>
          <a:p>
            <a:pPr lvl="1" defTabSz="914400">
              <a:defRPr/>
            </a:pPr>
            <a:r>
              <a:rPr lang="hu-HU" altLang="hu-HU" sz="1050" kern="0">
                <a:solidFill>
                  <a:srgbClr val="000000"/>
                </a:solidFill>
                <a:latin typeface="Calibri" panose="020F0502020204030204"/>
              </a:rPr>
              <a:t>Hogyan szerezzünk szponzort?</a:t>
            </a:r>
          </a:p>
          <a:p>
            <a:pPr marL="285750" indent="-285750" defTabSz="914400">
              <a:buFont typeface="Arial" panose="020B0604020202020204" pitchFamily="34" charset="0"/>
              <a:buChar char="•"/>
              <a:defRPr/>
            </a:pPr>
            <a:r>
              <a:rPr lang="hu-HU" altLang="hu-HU" sz="1050" b="1" kern="0">
                <a:solidFill>
                  <a:srgbClr val="000000"/>
                </a:solidFill>
                <a:latin typeface="Calibri" panose="020F0502020204030204"/>
              </a:rPr>
              <a:t>Milyen kommunikációs csatornákat használunk a vezetőséggel való kapcsolattartásra?</a:t>
            </a:r>
          </a:p>
          <a:p>
            <a:pPr lvl="1" defTabSz="914400">
              <a:defRPr/>
            </a:pPr>
            <a:r>
              <a:rPr lang="hu-HU" altLang="hu-HU" sz="1050" kern="0">
                <a:solidFill>
                  <a:srgbClr val="000000"/>
                </a:solidFill>
                <a:latin typeface="Calibri" panose="020F0502020204030204"/>
              </a:rPr>
              <a:t>Hogyan kommunikáljuk a sikereinket?</a:t>
            </a:r>
          </a:p>
          <a:p>
            <a:pPr lvl="1" defTabSz="914400">
              <a:defRPr/>
            </a:pPr>
            <a:r>
              <a:rPr lang="hu-HU" altLang="hu-HU" sz="1050" kern="0">
                <a:solidFill>
                  <a:srgbClr val="000000"/>
                </a:solidFill>
                <a:latin typeface="Calibri" panose="020F0502020204030204"/>
              </a:rPr>
              <a:t>Jelezzük-e időben a megakadásokat?</a:t>
            </a:r>
          </a:p>
          <a:p>
            <a:pPr lvl="1" defTabSz="914400">
              <a:defRPr/>
            </a:pPr>
            <a:r>
              <a:rPr lang="hu-HU" altLang="hu-HU" sz="1050" kern="0">
                <a:solidFill>
                  <a:srgbClr val="000000"/>
                </a:solidFill>
                <a:latin typeface="Calibri" panose="020F0502020204030204"/>
              </a:rPr>
              <a:t>Biztosítjuk-e a rendszeres információáramlást a vezetőink felé?</a:t>
            </a:r>
          </a:p>
          <a:p>
            <a:pPr marL="285750" indent="-285750" defTabSz="914400">
              <a:buFont typeface="Arial" panose="020B0604020202020204" pitchFamily="34" charset="0"/>
              <a:buChar char="•"/>
              <a:defRPr/>
            </a:pPr>
            <a:r>
              <a:rPr lang="hu-HU" altLang="hu-HU" sz="1050" b="1" kern="0">
                <a:solidFill>
                  <a:srgbClr val="000000"/>
                </a:solidFill>
                <a:latin typeface="Calibri" panose="020F0502020204030204"/>
              </a:rPr>
              <a:t>Milyen módon tudjuk motiválni a kollégákat?</a:t>
            </a:r>
          </a:p>
          <a:p>
            <a:pPr lvl="1" defTabSz="914400">
              <a:defRPr/>
            </a:pPr>
            <a:r>
              <a:rPr lang="hu-HU" altLang="hu-HU" sz="1050" kern="0">
                <a:solidFill>
                  <a:srgbClr val="000000"/>
                </a:solidFill>
                <a:latin typeface="Calibri" panose="020F0502020204030204"/>
              </a:rPr>
              <a:t>Mik a kollégák </a:t>
            </a:r>
            <a:r>
              <a:rPr lang="hu-HU" altLang="hu-HU" sz="1050" kern="0" err="1">
                <a:solidFill>
                  <a:srgbClr val="000000"/>
                </a:solidFill>
                <a:latin typeface="Calibri" panose="020F0502020204030204"/>
              </a:rPr>
              <a:t>motivátorai</a:t>
            </a:r>
            <a:r>
              <a:rPr lang="hu-HU" altLang="hu-HU" sz="1050" kern="0">
                <a:solidFill>
                  <a:srgbClr val="000000"/>
                </a:solidFill>
                <a:latin typeface="Calibri" panose="020F0502020204030204"/>
              </a:rPr>
              <a:t>?</a:t>
            </a:r>
          </a:p>
          <a:p>
            <a:pPr lvl="1" defTabSz="914400">
              <a:defRPr/>
            </a:pPr>
            <a:r>
              <a:rPr lang="hu-HU" altLang="hu-HU" sz="1050" kern="0">
                <a:solidFill>
                  <a:srgbClr val="000000"/>
                </a:solidFill>
                <a:latin typeface="Calibri" panose="020F0502020204030204"/>
              </a:rPr>
              <a:t>Hogyan tudom vezetőként erősíteni a kollégák motivációját?</a:t>
            </a:r>
          </a:p>
          <a:p>
            <a:pPr marL="285750" indent="-285750" defTabSz="914400">
              <a:buFont typeface="Arial" panose="020B0604020202020204" pitchFamily="34" charset="0"/>
              <a:buChar char="•"/>
              <a:defRPr/>
            </a:pPr>
            <a:r>
              <a:rPr lang="hu-HU" altLang="hu-HU" sz="1050" b="1" kern="0">
                <a:solidFill>
                  <a:srgbClr val="000000"/>
                </a:solidFill>
                <a:latin typeface="Calibri" panose="020F0502020204030204"/>
              </a:rPr>
              <a:t>Hogyan tudom erősíteni saját motivációmat?</a:t>
            </a:r>
          </a:p>
          <a:p>
            <a:pPr lvl="1" defTabSz="914400">
              <a:defRPr/>
            </a:pPr>
            <a:r>
              <a:rPr lang="hu-HU" altLang="hu-HU" sz="1050" kern="0">
                <a:solidFill>
                  <a:srgbClr val="000000"/>
                </a:solidFill>
                <a:latin typeface="Calibri" panose="020F0502020204030204"/>
              </a:rPr>
              <a:t>Szánok-e időt arra, hogy saját magamat jobban megismerjem?</a:t>
            </a:r>
          </a:p>
          <a:p>
            <a:pPr lvl="1" defTabSz="914400">
              <a:defRPr/>
            </a:pPr>
            <a:r>
              <a:rPr lang="hu-HU" altLang="hu-HU" sz="1050" kern="0">
                <a:solidFill>
                  <a:srgbClr val="000000"/>
                </a:solidFill>
                <a:latin typeface="Calibri" panose="020F0502020204030204"/>
              </a:rPr>
              <a:t>Mit teszek azért, hogy jobban érezzem magam a feladataimmal?</a:t>
            </a:r>
          </a:p>
          <a:p>
            <a:pPr lvl="1" defTabSz="914400">
              <a:defRPr/>
            </a:pPr>
            <a:r>
              <a:rPr lang="hu-HU" altLang="hu-HU" sz="1050" kern="0">
                <a:solidFill>
                  <a:srgbClr val="000000"/>
                </a:solidFill>
                <a:latin typeface="Calibri" panose="020F0502020204030204"/>
              </a:rPr>
              <a:t>Tudom-e fejleszteni motivációmat?</a:t>
            </a:r>
          </a:p>
          <a:p>
            <a:pPr marL="285750" indent="-285750" defTabSz="914400">
              <a:buFont typeface="Arial" panose="020B0604020202020204" pitchFamily="34" charset="0"/>
              <a:buChar char="•"/>
              <a:defRPr/>
            </a:pPr>
            <a:r>
              <a:rPr lang="hu-HU" altLang="hu-HU" sz="1050" b="1" kern="0">
                <a:solidFill>
                  <a:srgbClr val="000000"/>
                </a:solidFill>
                <a:latin typeface="Calibri" panose="020F0502020204030204"/>
              </a:rPr>
              <a:t>Hogyan kezelem a nehéz helyzeteket?</a:t>
            </a:r>
          </a:p>
          <a:p>
            <a:pPr marL="709011" lvl="1" indent="-171450" defTabSz="914400">
              <a:buFont typeface="Arial" panose="020B0604020202020204" pitchFamily="34" charset="0"/>
              <a:buChar char="•"/>
              <a:defRPr/>
            </a:pPr>
            <a:r>
              <a:rPr lang="hu-HU" altLang="hu-HU" sz="1050" b="1" kern="0">
                <a:solidFill>
                  <a:srgbClr val="000000"/>
                </a:solidFill>
                <a:latin typeface="Calibri" panose="020F0502020204030204"/>
              </a:rPr>
              <a:t>Tudom-e tartani a munka-magánélet egyensúlyát?</a:t>
            </a:r>
          </a:p>
          <a:p>
            <a:pPr marL="709011" lvl="1" indent="-171450" defTabSz="914400">
              <a:buFont typeface="Arial" panose="020B0604020202020204" pitchFamily="34" charset="0"/>
              <a:buChar char="•"/>
              <a:defRPr/>
            </a:pPr>
            <a:r>
              <a:rPr lang="hu-HU" altLang="hu-HU" sz="1050" b="1" kern="0">
                <a:solidFill>
                  <a:srgbClr val="000000"/>
                </a:solidFill>
                <a:latin typeface="Calibri" panose="020F0502020204030204"/>
              </a:rPr>
              <a:t>Mennyi időt fordítunk a tanulásra, fejlődésre?</a:t>
            </a:r>
          </a:p>
          <a:p>
            <a:pPr lvl="2" defTabSz="914400">
              <a:defRPr/>
            </a:pPr>
            <a:r>
              <a:rPr lang="hu-HU" altLang="hu-HU" sz="1050" kern="0">
                <a:solidFill>
                  <a:srgbClr val="000000"/>
                </a:solidFill>
                <a:latin typeface="Calibri" panose="020F0502020204030204"/>
              </a:rPr>
              <a:t>Mennyi időt fordítunk a tapasztalatok megosztására?</a:t>
            </a:r>
          </a:p>
          <a:p>
            <a:pPr marL="709011" lvl="1" indent="-171450" defTabSz="914400">
              <a:buFont typeface="Arial" panose="020B0604020202020204" pitchFamily="34" charset="0"/>
              <a:buChar char="•"/>
              <a:defRPr/>
            </a:pPr>
            <a:r>
              <a:rPr lang="hu-HU" altLang="hu-HU" sz="1050" b="1" kern="0">
                <a:solidFill>
                  <a:srgbClr val="000000"/>
                </a:solidFill>
                <a:latin typeface="Calibri" panose="020F0502020204030204"/>
              </a:rPr>
              <a:t>Milyen módon biztosítjuk a kollégák elismerését?</a:t>
            </a:r>
          </a:p>
          <a:p>
            <a:pPr defTabSz="914400">
              <a:defRPr/>
            </a:pPr>
            <a:r>
              <a:rPr lang="hu-HU" altLang="hu-HU" sz="1050" kern="0">
                <a:solidFill>
                  <a:srgbClr val="000000"/>
                </a:solidFill>
                <a:latin typeface="Calibri" panose="020F0502020204030204"/>
              </a:rPr>
              <a:t>	Megkapják a megfelelő felhatalmazást?</a:t>
            </a:r>
          </a:p>
          <a:p>
            <a:pPr lvl="1" defTabSz="914400">
              <a:defRPr/>
            </a:pPr>
            <a:r>
              <a:rPr lang="hu-HU" altLang="hu-HU" sz="1050" kern="0">
                <a:solidFill>
                  <a:srgbClr val="000000"/>
                </a:solidFill>
                <a:latin typeface="Calibri" panose="020F0502020204030204"/>
              </a:rPr>
              <a:t>	Hogyan működik a delegálás?</a:t>
            </a:r>
          </a:p>
          <a:p>
            <a:pPr lvl="1" defTabSz="914400">
              <a:defRPr/>
            </a:pPr>
            <a:endParaRPr lang="hu-HU" altLang="hu-HU" sz="1050" kern="0">
              <a:solidFill>
                <a:srgbClr val="000000"/>
              </a:solidFill>
              <a:latin typeface="Calibri" panose="020F0502020204030204"/>
            </a:endParaRPr>
          </a:p>
          <a:p>
            <a:pPr marL="709011" lvl="1" indent="-171450" defTabSz="914400">
              <a:buFont typeface="Arial" panose="020B0604020202020204" pitchFamily="34" charset="0"/>
              <a:buChar char="•"/>
              <a:defRPr/>
            </a:pPr>
            <a:r>
              <a:rPr lang="hu-HU" altLang="hu-HU" sz="1050" b="1" kern="0">
                <a:solidFill>
                  <a:srgbClr val="000000"/>
                </a:solidFill>
                <a:latin typeface="Calibri" panose="020F0502020204030204"/>
              </a:rPr>
              <a:t>Milyen eszközökre (berendezés, technológia, licensz..) lesz szükségünk a projekt során?</a:t>
            </a:r>
          </a:p>
          <a:p>
            <a:pPr lvl="1" defTabSz="914400">
              <a:defRPr/>
            </a:pPr>
            <a:r>
              <a:rPr lang="hu-HU" altLang="hu-HU" sz="1050" kern="0">
                <a:solidFill>
                  <a:srgbClr val="000000"/>
                </a:solidFill>
                <a:latin typeface="Calibri" panose="020F0502020204030204"/>
              </a:rPr>
              <a:t>	Jelenleg milyen eszköz áll rendelkezésre?</a:t>
            </a:r>
          </a:p>
          <a:p>
            <a:pPr lvl="1" defTabSz="914400">
              <a:defRPr/>
            </a:pPr>
            <a:r>
              <a:rPr lang="hu-HU" altLang="hu-HU" sz="1050" kern="0">
                <a:solidFill>
                  <a:srgbClr val="000000"/>
                </a:solidFill>
                <a:latin typeface="Calibri" panose="020F0502020204030204"/>
              </a:rPr>
              <a:t>	Hogyan tudjuk időben beszerezni a szükséges eszközöket?</a:t>
            </a:r>
          </a:p>
          <a:p>
            <a:pPr lvl="1" defTabSz="914400">
              <a:defRPr/>
            </a:pPr>
            <a:r>
              <a:rPr lang="hu-HU" altLang="hu-HU" sz="1050" kern="0">
                <a:solidFill>
                  <a:srgbClr val="000000"/>
                </a:solidFill>
                <a:latin typeface="Calibri" panose="020F0502020204030204"/>
              </a:rPr>
              <a:t>	Hogyan tudjuk a lehető leghatékonyabban kihasználni a meglévő eszközeinket?</a:t>
            </a:r>
          </a:p>
          <a:p>
            <a:pPr lvl="1" defTabSz="914400">
              <a:defRPr/>
            </a:pPr>
            <a:endParaRPr lang="hu-HU" altLang="hu-HU" sz="1050" kern="0">
              <a:solidFill>
                <a:srgbClr val="000000"/>
              </a:solidFill>
              <a:latin typeface="Calibri" panose="020F0502020204030204"/>
            </a:endParaRPr>
          </a:p>
          <a:p>
            <a:pPr marL="709011" lvl="1" indent="-171450" defTabSz="914400">
              <a:buFont typeface="Arial" panose="020B0604020202020204" pitchFamily="34" charset="0"/>
              <a:buChar char="•"/>
              <a:defRPr/>
            </a:pPr>
            <a:r>
              <a:rPr lang="hu-HU" altLang="hu-HU" sz="1050" b="1" kern="0">
                <a:solidFill>
                  <a:srgbClr val="000000"/>
                </a:solidFill>
                <a:latin typeface="Calibri" panose="020F0502020204030204"/>
              </a:rPr>
              <a:t>Hogyan biztosítom a szükséges pénzügyi erőforrásokat?</a:t>
            </a:r>
          </a:p>
          <a:p>
            <a:pPr lvl="2" defTabSz="914400">
              <a:defRPr/>
            </a:pPr>
            <a:r>
              <a:rPr lang="hu-HU" altLang="hu-HU" sz="1050" kern="0">
                <a:solidFill>
                  <a:srgbClr val="000000"/>
                </a:solidFill>
                <a:latin typeface="Calibri" panose="020F0502020204030204"/>
              </a:rPr>
              <a:t>Hogyan és mikor jelzem, ha pénzügyi problémáim vannak?</a:t>
            </a:r>
          </a:p>
          <a:p>
            <a:pPr lvl="2" defTabSz="914400">
              <a:defRPr/>
            </a:pPr>
            <a:r>
              <a:rPr lang="hu-HU" altLang="hu-HU" sz="1050" kern="0">
                <a:solidFill>
                  <a:srgbClr val="000000"/>
                </a:solidFill>
                <a:latin typeface="Calibri" panose="020F0502020204030204"/>
              </a:rPr>
              <a:t>Milyen módon követem a pénzügyi megvalósulást?</a:t>
            </a:r>
          </a:p>
          <a:p>
            <a:pPr lvl="2" defTabSz="914400">
              <a:defRPr/>
            </a:pPr>
            <a:r>
              <a:rPr lang="hu-HU" altLang="hu-HU" sz="1050" kern="0">
                <a:solidFill>
                  <a:srgbClr val="000000"/>
                </a:solidFill>
                <a:latin typeface="Calibri" panose="020F0502020204030204"/>
              </a:rPr>
              <a:t>Hogyan kalkulálom a megtérülést?</a:t>
            </a:r>
          </a:p>
          <a:p>
            <a:pPr lvl="2" defTabSz="914400">
              <a:defRPr/>
            </a:pPr>
            <a:endParaRPr lang="hu-HU" altLang="hu-HU" sz="1050" kern="0">
              <a:solidFill>
                <a:srgbClr val="000000"/>
              </a:solidFill>
              <a:latin typeface="Calibri" panose="020F0502020204030204"/>
            </a:endParaRPr>
          </a:p>
          <a:p>
            <a:pPr lvl="1" defTabSz="914400">
              <a:defRPr/>
            </a:pPr>
            <a:endParaRPr lang="hu-HU" altLang="hu-HU" sz="1050" kern="0">
              <a:solidFill>
                <a:srgbClr val="000000"/>
              </a:solidFill>
              <a:latin typeface="Calibri" panose="020F0502020204030204"/>
            </a:endParaRPr>
          </a:p>
          <a:p>
            <a:pPr lvl="1" defTabSz="914400">
              <a:defRPr/>
            </a:pPr>
            <a:endParaRPr lang="hu-HU" altLang="hu-HU" sz="1050" kern="0">
              <a:solidFill>
                <a:srgbClr val="000000"/>
              </a:solidFill>
              <a:latin typeface="Calibri" panose="020F0502020204030204"/>
            </a:endParaRPr>
          </a:p>
          <a:p>
            <a:pPr marL="268288" defTabSz="268288"/>
            <a:endParaRPr lang="hu-HU" sz="1050"/>
          </a:p>
        </p:txBody>
      </p:sp>
      <p:sp>
        <p:nvSpPr>
          <p:cNvPr id="14" name="Szövegdoboz 13">
            <a:extLst>
              <a:ext uri="{FF2B5EF4-FFF2-40B4-BE49-F238E27FC236}">
                <a16:creationId xmlns:a16="http://schemas.microsoft.com/office/drawing/2014/main" id="{58E45E36-7AF2-9CEE-4DF1-64DA3CF8F1C0}"/>
              </a:ext>
            </a:extLst>
          </p:cNvPr>
          <p:cNvSpPr txBox="1"/>
          <p:nvPr/>
        </p:nvSpPr>
        <p:spPr>
          <a:xfrm>
            <a:off x="432035" y="7673920"/>
            <a:ext cx="1943161" cy="1226041"/>
          </a:xfrm>
          <a:prstGeom prst="rect">
            <a:avLst/>
          </a:prstGeom>
          <a:noFill/>
        </p:spPr>
        <p:txBody>
          <a:bodyPr wrap="none" rtlCol="0">
            <a:spAutoFit/>
          </a:bodyPr>
          <a:lstStyle/>
          <a:p>
            <a:pPr marL="171450" indent="-171450" defTabSz="914400">
              <a:lnSpc>
                <a:spcPct val="100000"/>
              </a:lnSpc>
              <a:buFont typeface="Arial" panose="020B0604020202020204" pitchFamily="34" charset="0"/>
              <a:buChar char="•"/>
              <a:defRPr/>
            </a:pPr>
            <a:r>
              <a:rPr lang="hu-HU" sz="1050" err="1">
                <a:latin typeface="+mj-lt"/>
              </a:rPr>
              <a:t>Kotter</a:t>
            </a:r>
            <a:r>
              <a:rPr lang="hu-HU" sz="1050">
                <a:latin typeface="+mj-lt"/>
              </a:rPr>
              <a:t> modell</a:t>
            </a:r>
          </a:p>
          <a:p>
            <a:pPr marL="171450" indent="-171450" defTabSz="914400">
              <a:lnSpc>
                <a:spcPct val="100000"/>
              </a:lnSpc>
              <a:buFont typeface="Arial" panose="020B0604020202020204" pitchFamily="34" charset="0"/>
              <a:buChar char="•"/>
              <a:defRPr/>
            </a:pPr>
            <a:r>
              <a:rPr lang="hu-HU" sz="1050">
                <a:latin typeface="+mj-lt"/>
              </a:rPr>
              <a:t>Humán erőforrás: </a:t>
            </a:r>
            <a:r>
              <a:rPr lang="hu-HU" sz="1050" err="1">
                <a:latin typeface="+mj-lt"/>
              </a:rPr>
              <a:t>skill</a:t>
            </a:r>
            <a:r>
              <a:rPr lang="hu-HU" sz="1050">
                <a:latin typeface="+mj-lt"/>
              </a:rPr>
              <a:t> mátrix</a:t>
            </a:r>
          </a:p>
          <a:p>
            <a:pPr marL="171450" indent="-171450" defTabSz="914400">
              <a:lnSpc>
                <a:spcPct val="100000"/>
              </a:lnSpc>
              <a:buFont typeface="Arial" panose="020B0604020202020204" pitchFamily="34" charset="0"/>
              <a:buChar char="•"/>
              <a:defRPr/>
            </a:pPr>
            <a:r>
              <a:rPr lang="hu-HU" sz="1050" err="1">
                <a:latin typeface="+mj-lt"/>
              </a:rPr>
              <a:t>Compelling</a:t>
            </a:r>
            <a:r>
              <a:rPr lang="hu-HU" sz="1050">
                <a:latin typeface="+mj-lt"/>
              </a:rPr>
              <a:t> story</a:t>
            </a:r>
          </a:p>
          <a:p>
            <a:pPr marL="171450" indent="-171450" defTabSz="914400">
              <a:lnSpc>
                <a:spcPct val="100000"/>
              </a:lnSpc>
              <a:buFont typeface="Arial" panose="020B0604020202020204" pitchFamily="34" charset="0"/>
              <a:buChar char="•"/>
              <a:defRPr/>
            </a:pPr>
            <a:r>
              <a:rPr lang="hu-HU" sz="1050">
                <a:latin typeface="+mj-lt"/>
              </a:rPr>
              <a:t>Eisenhower mátrix</a:t>
            </a:r>
          </a:p>
          <a:p>
            <a:pPr marL="171450" indent="-171450" defTabSz="914400">
              <a:lnSpc>
                <a:spcPct val="100000"/>
              </a:lnSpc>
              <a:buFont typeface="Arial" panose="020B0604020202020204" pitchFamily="34" charset="0"/>
              <a:buChar char="•"/>
              <a:defRPr/>
            </a:pPr>
            <a:endParaRPr lang="hu-HU" sz="1050">
              <a:latin typeface="+mj-lt"/>
            </a:endParaRPr>
          </a:p>
          <a:p>
            <a:endParaRPr lang="hu-HU"/>
          </a:p>
        </p:txBody>
      </p:sp>
    </p:spTree>
    <p:extLst>
      <p:ext uri="{BB962C8B-B14F-4D97-AF65-F5344CB8AC3E}">
        <p14:creationId xmlns:p14="http://schemas.microsoft.com/office/powerpoint/2010/main" val="4292455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a:off x="102838" y="32002"/>
            <a:ext cx="9396000" cy="83084"/>
          </a:xfrm>
          <a:prstGeom prst="rect">
            <a:avLst/>
          </a:prstGeom>
          <a:solidFill>
            <a:srgbClr val="FBB82F"/>
          </a:solidFill>
        </p:spPr>
        <p:txBody>
          <a:bodyPr/>
          <a:lstStyle/>
          <a:p>
            <a:endParaRPr lang="hu-HU" sz="1014"/>
          </a:p>
        </p:txBody>
      </p:sp>
      <p:sp>
        <p:nvSpPr>
          <p:cNvPr id="7" name="AutoShape 7"/>
          <p:cNvSpPr/>
          <p:nvPr/>
        </p:nvSpPr>
        <p:spPr>
          <a:xfrm>
            <a:off x="4781550" y="30198"/>
            <a:ext cx="4716000" cy="83084"/>
          </a:xfrm>
          <a:prstGeom prst="rect">
            <a:avLst/>
          </a:prstGeom>
          <a:solidFill>
            <a:srgbClr val="000000"/>
          </a:solidFill>
        </p:spPr>
        <p:txBody>
          <a:bodyPr/>
          <a:lstStyle/>
          <a:p>
            <a:endParaRPr lang="hu-HU" sz="1014"/>
          </a:p>
        </p:txBody>
      </p:sp>
      <p:sp>
        <p:nvSpPr>
          <p:cNvPr id="2" name="AutoShape 6">
            <a:extLst>
              <a:ext uri="{FF2B5EF4-FFF2-40B4-BE49-F238E27FC236}">
                <a16:creationId xmlns:a16="http://schemas.microsoft.com/office/drawing/2014/main" id="{CA0C2F48-510F-3B3C-D12C-30CE99608DC1}"/>
              </a:ext>
            </a:extLst>
          </p:cNvPr>
          <p:cNvSpPr/>
          <p:nvPr/>
        </p:nvSpPr>
        <p:spPr>
          <a:xfrm>
            <a:off x="100149" y="12721958"/>
            <a:ext cx="9360000" cy="83084"/>
          </a:xfrm>
          <a:prstGeom prst="rect">
            <a:avLst/>
          </a:prstGeom>
          <a:solidFill>
            <a:srgbClr val="FBB82F"/>
          </a:solidFill>
        </p:spPr>
        <p:txBody>
          <a:bodyPr/>
          <a:lstStyle/>
          <a:p>
            <a:endParaRPr lang="hu-HU" sz="1014"/>
          </a:p>
        </p:txBody>
      </p:sp>
      <p:sp>
        <p:nvSpPr>
          <p:cNvPr id="3" name="AutoShape 7">
            <a:extLst>
              <a:ext uri="{FF2B5EF4-FFF2-40B4-BE49-F238E27FC236}">
                <a16:creationId xmlns:a16="http://schemas.microsoft.com/office/drawing/2014/main" id="{723B9256-63F1-547E-E12A-2EA4539CB08B}"/>
              </a:ext>
            </a:extLst>
          </p:cNvPr>
          <p:cNvSpPr/>
          <p:nvPr/>
        </p:nvSpPr>
        <p:spPr>
          <a:xfrm>
            <a:off x="4749744" y="12722860"/>
            <a:ext cx="4788000" cy="83084"/>
          </a:xfrm>
          <a:prstGeom prst="rect">
            <a:avLst/>
          </a:prstGeom>
          <a:solidFill>
            <a:srgbClr val="000000"/>
          </a:solidFill>
        </p:spPr>
        <p:txBody>
          <a:bodyPr/>
          <a:lstStyle/>
          <a:p>
            <a:endParaRPr lang="hu-HU" sz="1014"/>
          </a:p>
        </p:txBody>
      </p:sp>
      <p:sp>
        <p:nvSpPr>
          <p:cNvPr id="122" name="Szövegdoboz 121">
            <a:extLst>
              <a:ext uri="{FF2B5EF4-FFF2-40B4-BE49-F238E27FC236}">
                <a16:creationId xmlns:a16="http://schemas.microsoft.com/office/drawing/2014/main" id="{D9D31757-47F1-CEE4-501F-C02B45D12B05}"/>
              </a:ext>
            </a:extLst>
          </p:cNvPr>
          <p:cNvSpPr txBox="1"/>
          <p:nvPr/>
        </p:nvSpPr>
        <p:spPr>
          <a:xfrm>
            <a:off x="157268" y="268867"/>
            <a:ext cx="9267720" cy="461665"/>
          </a:xfrm>
          <a:prstGeom prst="rect">
            <a:avLst/>
          </a:prstGeom>
          <a:noFill/>
        </p:spPr>
        <p:txBody>
          <a:bodyPr wrap="square" rtlCol="0">
            <a:spAutoFit/>
          </a:bodyPr>
          <a:lstStyle/>
          <a:p>
            <a:pPr algn="ctr"/>
            <a:r>
              <a:rPr lang="hu-HU" sz="2400" b="1">
                <a:solidFill>
                  <a:schemeClr val="bg1">
                    <a:lumMod val="50000"/>
                  </a:schemeClr>
                </a:solidFill>
                <a:latin typeface="Calibri" panose="020F0502020204030204" pitchFamily="34" charset="0"/>
              </a:rPr>
              <a:t>STRATÉGIA</a:t>
            </a:r>
          </a:p>
        </p:txBody>
      </p:sp>
      <p:sp>
        <p:nvSpPr>
          <p:cNvPr id="10" name="Szövegdoboz 9">
            <a:extLst>
              <a:ext uri="{FF2B5EF4-FFF2-40B4-BE49-F238E27FC236}">
                <a16:creationId xmlns:a16="http://schemas.microsoft.com/office/drawing/2014/main" id="{85EEE86B-9F85-7213-9FF8-0631646F66C7}"/>
              </a:ext>
            </a:extLst>
          </p:cNvPr>
          <p:cNvSpPr txBox="1"/>
          <p:nvPr/>
        </p:nvSpPr>
        <p:spPr>
          <a:xfrm>
            <a:off x="432035" y="1333127"/>
            <a:ext cx="8789966" cy="738664"/>
          </a:xfrm>
          <a:prstGeom prst="rect">
            <a:avLst/>
          </a:prstGeom>
          <a:noFill/>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u-HU" sz="1050"/>
              <a:t>Küldetés és jövőkép megfogalmazása</a:t>
            </a:r>
            <a:endParaRPr kumimoji="0" lang="hu-HU" sz="1050" b="0" i="0" u="none" strike="noStrike" kern="0" cap="none" spc="0" normalizeH="0" baseline="0" noProof="0">
              <a:ln>
                <a:noFill/>
              </a:ln>
              <a:solidFill>
                <a:srgbClr val="000000"/>
              </a:solidFill>
              <a:effectLst/>
              <a:uLnTx/>
              <a:uFillTx/>
            </a:endParaRPr>
          </a:p>
          <a:p>
            <a:pPr marL="285750" indent="-285750">
              <a:buFont typeface="Arial" panose="020B0604020202020204" pitchFamily="34" charset="0"/>
              <a:buChar char="•"/>
            </a:pPr>
            <a:r>
              <a:rPr lang="hu-HU" sz="1050"/>
              <a:t>Stratégia meghatározása: lehetséges megoldások kidolgozása, értékelés, mellékhatások, kockázatok feltérképezése, döntéshozatal</a:t>
            </a:r>
          </a:p>
          <a:p>
            <a:pPr marL="285750" indent="-285750">
              <a:buFont typeface="Arial" panose="020B0604020202020204" pitchFamily="34" charset="0"/>
              <a:buChar char="•"/>
            </a:pPr>
            <a:r>
              <a:rPr lang="hu-HU" sz="1050"/>
              <a:t>Akcióterv: feladatok, priorizálás, felelősségek, ütemterv, erőforrásterv, kommunikációsterv</a:t>
            </a:r>
          </a:p>
          <a:p>
            <a:pPr marL="285750" indent="-285750">
              <a:buFont typeface="Arial" panose="020B0604020202020204" pitchFamily="34" charset="0"/>
              <a:buChar char="•"/>
            </a:pPr>
            <a:r>
              <a:rPr lang="hu-HU" sz="1050"/>
              <a:t>Folyamatos mérés és visszajelzés</a:t>
            </a:r>
            <a:endParaRPr lang="hu-HU" sz="1400"/>
          </a:p>
        </p:txBody>
      </p:sp>
      <p:sp>
        <p:nvSpPr>
          <p:cNvPr id="15" name="Szövegdoboz 14">
            <a:extLst>
              <a:ext uri="{FF2B5EF4-FFF2-40B4-BE49-F238E27FC236}">
                <a16:creationId xmlns:a16="http://schemas.microsoft.com/office/drawing/2014/main" id="{D0623B96-2E96-6E19-9A8E-1B3EA3CF8150}"/>
              </a:ext>
            </a:extLst>
          </p:cNvPr>
          <p:cNvSpPr txBox="1"/>
          <p:nvPr/>
        </p:nvSpPr>
        <p:spPr>
          <a:xfrm>
            <a:off x="460343" y="9415211"/>
            <a:ext cx="8498600" cy="2246769"/>
          </a:xfrm>
          <a:prstGeom prst="rect">
            <a:avLst/>
          </a:prstGeom>
          <a:noFill/>
        </p:spPr>
        <p:txBody>
          <a:bodyPr wrap="square">
            <a:spAutoFit/>
          </a:bodyPr>
          <a:lstStyle/>
          <a:p>
            <a:endParaRPr lang="hu-HU" sz="1400"/>
          </a:p>
          <a:p>
            <a:r>
              <a:rPr lang="hu-HU" sz="1050" b="1"/>
              <a:t>YouTube:</a:t>
            </a:r>
          </a:p>
          <a:p>
            <a:pPr marL="171450" indent="-171450">
              <a:buFont typeface="Arial" panose="020B0604020202020204" pitchFamily="34" charset="0"/>
              <a:buChar char="•"/>
            </a:pPr>
            <a:r>
              <a:rPr lang="hu-HU" sz="1050">
                <a:hlinkClick r:id="rId3">
                  <a:extLst>
                    <a:ext uri="{A12FA001-AC4F-418D-AE19-62706E023703}">
                      <ahyp:hlinkClr xmlns:ahyp="http://schemas.microsoft.com/office/drawing/2018/hyperlinkcolor" val="tx"/>
                    </a:ext>
                  </a:extLst>
                </a:hlinkClick>
              </a:rPr>
              <a:t>https://www.youtube.com/watch?v=iuYlGRnC7J8</a:t>
            </a:r>
            <a:endParaRPr lang="hu-HU" sz="1050"/>
          </a:p>
          <a:p>
            <a:pPr marL="171450" indent="-171450">
              <a:buFont typeface="Arial" panose="020B0604020202020204" pitchFamily="34" charset="0"/>
              <a:buChar char="•"/>
            </a:pPr>
            <a:r>
              <a:rPr lang="hu-HU" sz="1050"/>
              <a:t>https://www.youtube.com/watch?v=NO-RCuqp8IA</a:t>
            </a:r>
          </a:p>
          <a:p>
            <a:endParaRPr lang="hu-HU" sz="1050"/>
          </a:p>
          <a:p>
            <a:r>
              <a:rPr lang="hu-HU" sz="1050" b="1" err="1"/>
              <a:t>Udemy</a:t>
            </a:r>
            <a:r>
              <a:rPr lang="hu-HU" sz="1050" b="1"/>
              <a:t>:</a:t>
            </a:r>
          </a:p>
          <a:p>
            <a:pPr marL="171450" indent="-171450">
              <a:buFont typeface="Arial" panose="020B0604020202020204" pitchFamily="34" charset="0"/>
              <a:buChar char="•"/>
            </a:pPr>
            <a:r>
              <a:rPr lang="en-US" sz="1050" i="0">
                <a:effectLst/>
                <a:hlinkClick r:id="rId4">
                  <a:extLst>
                    <a:ext uri="{A12FA001-AC4F-418D-AE19-62706E023703}">
                      <ahyp:hlinkClr xmlns:ahyp="http://schemas.microsoft.com/office/drawing/2018/hyperlinkcolor" val="tx"/>
                    </a:ext>
                  </a:extLst>
                </a:hlinkClick>
              </a:rPr>
              <a:t>https://mvm.udemy.com/course/business-case-for-corporate-sustainability/learn/</a:t>
            </a:r>
            <a:endParaRPr lang="hu-HU" sz="1050" i="0">
              <a:effectLst/>
            </a:endParaRPr>
          </a:p>
          <a:p>
            <a:pPr marL="171450" indent="-171450">
              <a:buFont typeface="Arial" panose="020B0604020202020204" pitchFamily="34" charset="0"/>
              <a:buChar char="•"/>
            </a:pPr>
            <a:r>
              <a:rPr lang="en-US" sz="1050">
                <a:hlinkClick r:id="rId5">
                  <a:extLst>
                    <a:ext uri="{A12FA001-AC4F-418D-AE19-62706E023703}">
                      <ahyp:hlinkClr xmlns:ahyp="http://schemas.microsoft.com/office/drawing/2018/hyperlinkcolor" val="tx"/>
                    </a:ext>
                  </a:extLst>
                </a:hlinkClick>
              </a:rPr>
              <a:t>Course: Business Strategy Execution-Agile Organization System Design | Udemy Business</a:t>
            </a:r>
            <a:endParaRPr lang="hu-HU" sz="1050"/>
          </a:p>
          <a:p>
            <a:pPr marL="171450" indent="-171450">
              <a:buFont typeface="Arial" panose="020B0604020202020204" pitchFamily="34" charset="0"/>
              <a:buChar char="•"/>
            </a:pPr>
            <a:endParaRPr lang="hu-HU" sz="1050"/>
          </a:p>
          <a:p>
            <a:pPr>
              <a:tabLst>
                <a:tab pos="176213" algn="l"/>
              </a:tabLst>
            </a:pPr>
            <a:r>
              <a:rPr lang="hu-HU" sz="1050" b="1"/>
              <a:t>Cikkek:</a:t>
            </a:r>
          </a:p>
          <a:p>
            <a:pPr marL="171450" indent="-171450">
              <a:buFont typeface="Arial" panose="020B0604020202020204" pitchFamily="34" charset="0"/>
              <a:buChar char="•"/>
              <a:tabLst>
                <a:tab pos="176213" algn="l"/>
              </a:tabLst>
            </a:pPr>
            <a:r>
              <a:rPr lang="hu-HU" sz="1050"/>
              <a:t>HBR: </a:t>
            </a:r>
            <a:r>
              <a:rPr lang="hu-HU" sz="1050" err="1"/>
              <a:t>Use</a:t>
            </a:r>
            <a:r>
              <a:rPr lang="hu-HU" sz="1050"/>
              <a:t> </a:t>
            </a:r>
            <a:r>
              <a:rPr lang="hu-HU" sz="1050" err="1"/>
              <a:t>data</a:t>
            </a:r>
            <a:r>
              <a:rPr lang="hu-HU" sz="1050"/>
              <a:t> </a:t>
            </a:r>
            <a:r>
              <a:rPr lang="hu-HU" sz="1050" err="1"/>
              <a:t>to</a:t>
            </a:r>
            <a:r>
              <a:rPr lang="hu-HU" sz="1050"/>
              <a:t> </a:t>
            </a:r>
            <a:r>
              <a:rPr lang="hu-HU" sz="1050" err="1"/>
              <a:t>accelerate</a:t>
            </a:r>
            <a:r>
              <a:rPr lang="hu-HU" sz="1050"/>
              <a:t> </a:t>
            </a:r>
            <a:r>
              <a:rPr lang="hu-HU" sz="1050" err="1"/>
              <a:t>your</a:t>
            </a:r>
            <a:r>
              <a:rPr lang="hu-HU" sz="1050"/>
              <a:t> business </a:t>
            </a:r>
            <a:r>
              <a:rPr lang="hu-HU" sz="1050" err="1"/>
              <a:t>strategy</a:t>
            </a:r>
            <a:endParaRPr lang="hu-HU" sz="1050"/>
          </a:p>
          <a:p>
            <a:pPr marL="171450" indent="-171450">
              <a:buFont typeface="Arial" panose="020B0604020202020204" pitchFamily="34" charset="0"/>
              <a:buChar char="•"/>
              <a:tabLst>
                <a:tab pos="176213" algn="l"/>
              </a:tabLst>
            </a:pPr>
            <a:r>
              <a:rPr lang="hu-HU" sz="1050"/>
              <a:t>HBR: </a:t>
            </a:r>
            <a:r>
              <a:rPr lang="hu-HU" sz="1050" err="1"/>
              <a:t>Your</a:t>
            </a:r>
            <a:r>
              <a:rPr lang="hu-HU" sz="1050"/>
              <a:t> </a:t>
            </a:r>
            <a:r>
              <a:rPr lang="hu-HU" sz="1050" err="1"/>
              <a:t>strategy</a:t>
            </a:r>
            <a:r>
              <a:rPr lang="hu-HU" sz="1050"/>
              <a:t> </a:t>
            </a:r>
            <a:r>
              <a:rPr lang="hu-HU" sz="1050" err="1"/>
              <a:t>needs</a:t>
            </a:r>
            <a:r>
              <a:rPr lang="hu-HU" sz="1050"/>
              <a:t> a story</a:t>
            </a:r>
          </a:p>
          <a:p>
            <a:pPr marL="171450" indent="-171450">
              <a:buFont typeface="Arial" panose="020B0604020202020204" pitchFamily="34" charset="0"/>
              <a:buChar char="•"/>
              <a:tabLst>
                <a:tab pos="176213" algn="l"/>
              </a:tabLst>
            </a:pPr>
            <a:r>
              <a:rPr lang="hu-HU" sz="1050"/>
              <a:t>HBR: </a:t>
            </a:r>
            <a:r>
              <a:rPr lang="hu-HU" sz="1050" err="1"/>
              <a:t>CEOs</a:t>
            </a:r>
            <a:r>
              <a:rPr lang="hu-HU" sz="1050"/>
              <a:t>, is </a:t>
            </a:r>
            <a:r>
              <a:rPr lang="hu-HU" sz="1050" err="1"/>
              <a:t>your</a:t>
            </a:r>
            <a:r>
              <a:rPr lang="hu-HU" sz="1050"/>
              <a:t> business </a:t>
            </a:r>
            <a:r>
              <a:rPr lang="hu-HU" sz="1050" err="1"/>
              <a:t>strategy</a:t>
            </a:r>
            <a:r>
              <a:rPr lang="hu-HU" sz="1050"/>
              <a:t> </a:t>
            </a:r>
            <a:r>
              <a:rPr lang="hu-HU" sz="1050" err="1"/>
              <a:t>bold</a:t>
            </a:r>
            <a:r>
              <a:rPr lang="hu-HU" sz="1050"/>
              <a:t> </a:t>
            </a:r>
            <a:r>
              <a:rPr lang="hu-HU" sz="1050" err="1"/>
              <a:t>enough</a:t>
            </a:r>
            <a:r>
              <a:rPr lang="hu-HU" sz="1050"/>
              <a:t>?</a:t>
            </a:r>
          </a:p>
        </p:txBody>
      </p:sp>
      <p:pic>
        <p:nvPicPr>
          <p:cNvPr id="9" name="Kép 8" descr="A képen Grafika, szöveg, Grafikus tervezés, poszter látható&#10;&#10;Automatikusan generált leírás">
            <a:extLst>
              <a:ext uri="{FF2B5EF4-FFF2-40B4-BE49-F238E27FC236}">
                <a16:creationId xmlns:a16="http://schemas.microsoft.com/office/drawing/2014/main" id="{DD5285BF-C03B-5978-1542-F877CAE59C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22001" y="12420983"/>
            <a:ext cx="202987" cy="216678"/>
          </a:xfrm>
          <a:prstGeom prst="rect">
            <a:avLst/>
          </a:prstGeom>
        </p:spPr>
      </p:pic>
      <p:pic>
        <p:nvPicPr>
          <p:cNvPr id="11" name="Kép 10" descr="A képen tervezés, Betűtípus látható&#10;&#10;Automatikusan generált leírás">
            <a:extLst>
              <a:ext uri="{FF2B5EF4-FFF2-40B4-BE49-F238E27FC236}">
                <a16:creationId xmlns:a16="http://schemas.microsoft.com/office/drawing/2014/main" id="{FEC3143F-319B-55B1-4F86-E24731E3E896}"/>
              </a:ext>
            </a:extLst>
          </p:cNvPr>
          <p:cNvPicPr>
            <a:picLocks noChangeAspect="1"/>
          </p:cNvPicPr>
          <p:nvPr/>
        </p:nvPicPr>
        <p:blipFill rotWithShape="1">
          <a:blip r:embed="rId7">
            <a:extLst>
              <a:ext uri="{28A0092B-C50C-407E-A947-70E740481C1C}">
                <a14:useLocalDpi xmlns:a14="http://schemas.microsoft.com/office/drawing/2010/main" val="0"/>
              </a:ext>
            </a:extLst>
          </a:blip>
          <a:srcRect l="15131" t="37580" r="15263" b="37562"/>
          <a:stretch/>
        </p:blipFill>
        <p:spPr>
          <a:xfrm>
            <a:off x="8686219" y="12482440"/>
            <a:ext cx="492310" cy="124244"/>
          </a:xfrm>
          <a:prstGeom prst="rect">
            <a:avLst/>
          </a:prstGeom>
        </p:spPr>
      </p:pic>
      <p:sp>
        <p:nvSpPr>
          <p:cNvPr id="13" name="Téglalap 12">
            <a:extLst>
              <a:ext uri="{FF2B5EF4-FFF2-40B4-BE49-F238E27FC236}">
                <a16:creationId xmlns:a16="http://schemas.microsoft.com/office/drawing/2014/main" id="{A3DBC7AE-05FB-1028-4E7B-18BE5AED4C57}"/>
              </a:ext>
            </a:extLst>
          </p:cNvPr>
          <p:cNvSpPr/>
          <p:nvPr/>
        </p:nvSpPr>
        <p:spPr>
          <a:xfrm>
            <a:off x="97971" y="180545"/>
            <a:ext cx="9397863" cy="1247235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7" name="Téglalap 96">
            <a:extLst>
              <a:ext uri="{FF2B5EF4-FFF2-40B4-BE49-F238E27FC236}">
                <a16:creationId xmlns:a16="http://schemas.microsoft.com/office/drawing/2014/main" id="{1BA22BF6-B1E1-953D-9DF8-6B38B60BF479}"/>
              </a:ext>
            </a:extLst>
          </p:cNvPr>
          <p:cNvSpPr/>
          <p:nvPr/>
        </p:nvSpPr>
        <p:spPr>
          <a:xfrm>
            <a:off x="433774" y="1032214"/>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Mi a célja?</a:t>
            </a:r>
          </a:p>
        </p:txBody>
      </p:sp>
      <p:sp>
        <p:nvSpPr>
          <p:cNvPr id="99" name="Téglalap 98">
            <a:extLst>
              <a:ext uri="{FF2B5EF4-FFF2-40B4-BE49-F238E27FC236}">
                <a16:creationId xmlns:a16="http://schemas.microsoft.com/office/drawing/2014/main" id="{928A67FF-E86A-C718-EC4C-4F5EBC74CAC5}"/>
              </a:ext>
            </a:extLst>
          </p:cNvPr>
          <p:cNvSpPr/>
          <p:nvPr/>
        </p:nvSpPr>
        <p:spPr>
          <a:xfrm>
            <a:off x="454639" y="2458794"/>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Mire ad választ?</a:t>
            </a:r>
          </a:p>
        </p:txBody>
      </p:sp>
      <p:sp>
        <p:nvSpPr>
          <p:cNvPr id="100" name="Téglalap 99">
            <a:extLst>
              <a:ext uri="{FF2B5EF4-FFF2-40B4-BE49-F238E27FC236}">
                <a16:creationId xmlns:a16="http://schemas.microsoft.com/office/drawing/2014/main" id="{3DFA68FC-C210-4A89-A7FE-0430C76FFF1D}"/>
              </a:ext>
            </a:extLst>
          </p:cNvPr>
          <p:cNvSpPr/>
          <p:nvPr/>
        </p:nvSpPr>
        <p:spPr>
          <a:xfrm>
            <a:off x="454640" y="7253349"/>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Eszközök</a:t>
            </a:r>
          </a:p>
        </p:txBody>
      </p:sp>
      <p:sp>
        <p:nvSpPr>
          <p:cNvPr id="101" name="Téglalap 100">
            <a:extLst>
              <a:ext uri="{FF2B5EF4-FFF2-40B4-BE49-F238E27FC236}">
                <a16:creationId xmlns:a16="http://schemas.microsoft.com/office/drawing/2014/main" id="{399055D4-75B8-B1FA-2048-101F40BEEF33}"/>
              </a:ext>
            </a:extLst>
          </p:cNvPr>
          <p:cNvSpPr/>
          <p:nvPr/>
        </p:nvSpPr>
        <p:spPr>
          <a:xfrm>
            <a:off x="460343" y="9260200"/>
            <a:ext cx="8744755" cy="26125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u-HU" sz="1400"/>
              <a:t>Tudástár</a:t>
            </a:r>
          </a:p>
        </p:txBody>
      </p:sp>
      <p:sp>
        <p:nvSpPr>
          <p:cNvPr id="8" name="Szövegdoboz 7">
            <a:extLst>
              <a:ext uri="{FF2B5EF4-FFF2-40B4-BE49-F238E27FC236}">
                <a16:creationId xmlns:a16="http://schemas.microsoft.com/office/drawing/2014/main" id="{7EED4182-2D4B-E28B-7397-A37348141EAD}"/>
              </a:ext>
            </a:extLst>
          </p:cNvPr>
          <p:cNvSpPr txBox="1"/>
          <p:nvPr/>
        </p:nvSpPr>
        <p:spPr>
          <a:xfrm>
            <a:off x="454640" y="3011153"/>
            <a:ext cx="8744755" cy="3384000"/>
          </a:xfrm>
          <a:prstGeom prst="rect">
            <a:avLst/>
          </a:prstGeom>
          <a:noFill/>
        </p:spPr>
        <p:txBody>
          <a:bodyPr wrap="square" numCol="2">
            <a:spAutoFit/>
          </a:bodyPr>
          <a:lstStyle/>
          <a:p>
            <a:pPr marL="35"/>
            <a:r>
              <a:rPr lang="hu-HU" sz="1050" b="1"/>
              <a:t>Kérdéslista:</a:t>
            </a:r>
          </a:p>
          <a:p>
            <a:pPr marL="35"/>
            <a:endParaRPr lang="hu-HU" sz="1050" b="1"/>
          </a:p>
          <a:p>
            <a:pPr defTabSz="914400">
              <a:defRPr/>
            </a:pPr>
            <a:r>
              <a:rPr lang="hu-HU" altLang="hu-HU" sz="1050" b="1" kern="0">
                <a:latin typeface="+mj-lt"/>
              </a:rPr>
              <a:t>Kapcsolódás a vállalati stratégiához</a:t>
            </a:r>
          </a:p>
          <a:p>
            <a:pPr marL="285750" indent="-285750" defTabSz="914400">
              <a:buFont typeface="Arial" panose="020B0604020202020204" pitchFamily="34" charset="0"/>
              <a:buChar char="•"/>
              <a:defRPr/>
            </a:pPr>
            <a:r>
              <a:rPr lang="hu-HU" altLang="hu-HU" sz="1050" kern="0">
                <a:latin typeface="+mj-lt"/>
              </a:rPr>
              <a:t>Hogyan illeszkedik a miniprojekt a vállalati stratégiához?</a:t>
            </a:r>
          </a:p>
          <a:p>
            <a:pPr marL="285750" indent="-285750" defTabSz="914400">
              <a:buFont typeface="Arial" panose="020B0604020202020204" pitchFamily="34" charset="0"/>
              <a:buChar char="•"/>
              <a:defRPr/>
            </a:pPr>
            <a:r>
              <a:rPr lang="hu-HU" altLang="hu-HU" sz="1050" kern="0">
                <a:latin typeface="+mj-lt"/>
              </a:rPr>
              <a:t>Milyen stratégiai célokat támogat a projekt? </a:t>
            </a:r>
          </a:p>
          <a:p>
            <a:pPr marL="285750" indent="-285750" defTabSz="914400">
              <a:buFont typeface="Arial" panose="020B0604020202020204" pitchFamily="34" charset="0"/>
              <a:buChar char="•"/>
              <a:defRPr/>
            </a:pPr>
            <a:r>
              <a:rPr lang="hu-HU" altLang="hu-HU" sz="1050" kern="0">
                <a:latin typeface="+mj-lt"/>
              </a:rPr>
              <a:t>Hogyan járul hozzá a projekt a vállalat hosszú távú víziójához?</a:t>
            </a:r>
          </a:p>
          <a:p>
            <a:pPr marL="285750" indent="-285750" defTabSz="914400">
              <a:buFont typeface="Arial" panose="020B0604020202020204" pitchFamily="34" charset="0"/>
              <a:buChar char="•"/>
              <a:defRPr/>
            </a:pPr>
            <a:r>
              <a:rPr lang="hu-HU" altLang="hu-HU" sz="1050" kern="0">
                <a:latin typeface="+mj-lt"/>
              </a:rPr>
              <a:t>Milyen konkrét stratégiai prioritásokra reagál a projekt?</a:t>
            </a:r>
          </a:p>
          <a:p>
            <a:pPr marL="285750" indent="-285750" defTabSz="914400">
              <a:buFont typeface="Arial" panose="020B0604020202020204" pitchFamily="34" charset="0"/>
              <a:buChar char="•"/>
              <a:defRPr/>
            </a:pPr>
            <a:r>
              <a:rPr lang="hu-HU" altLang="hu-HU" sz="1050" kern="0">
                <a:latin typeface="+mj-lt"/>
              </a:rPr>
              <a:t>Melyik stratégiai kezdeményezés része a projekt? </a:t>
            </a:r>
          </a:p>
          <a:p>
            <a:pPr marL="285750" indent="-285750" defTabSz="914400">
              <a:buFont typeface="Arial" panose="020B0604020202020204" pitchFamily="34" charset="0"/>
              <a:buChar char="•"/>
              <a:defRPr/>
            </a:pPr>
            <a:r>
              <a:rPr lang="hu-HU" altLang="hu-HU" sz="1050" kern="0">
                <a:latin typeface="+mj-lt"/>
              </a:rPr>
              <a:t>Milyen üzleti szükségleteket vagy lehetőségeket céloz meg?</a:t>
            </a:r>
          </a:p>
          <a:p>
            <a:pPr defTabSz="914400">
              <a:defRPr/>
            </a:pPr>
            <a:endParaRPr lang="hu-HU" altLang="hu-HU" sz="1050" kern="0">
              <a:latin typeface="+mj-lt"/>
            </a:endParaRPr>
          </a:p>
          <a:p>
            <a:pPr defTabSz="914400">
              <a:defRPr/>
            </a:pPr>
            <a:r>
              <a:rPr lang="hu-HU" altLang="hu-HU" sz="1050" b="1" kern="0">
                <a:latin typeface="+mj-lt"/>
              </a:rPr>
              <a:t>Célok és eredmények</a:t>
            </a:r>
          </a:p>
          <a:p>
            <a:pPr marL="285750" marR="0" lvl="0" indent="-285750" defTabSz="914400" fontAlgn="base">
              <a:lnSpc>
                <a:spcPct val="100000"/>
              </a:lnSpc>
              <a:spcBef>
                <a:spcPct val="0"/>
              </a:spcBef>
              <a:spcAft>
                <a:spcPct val="0"/>
              </a:spcAft>
              <a:buClrTx/>
              <a:buSzTx/>
              <a:buFont typeface="Arial" panose="020B0604020202020204" pitchFamily="34" charset="0"/>
              <a:buChar char="•"/>
              <a:tabLst/>
              <a:defRPr/>
            </a:pPr>
            <a:r>
              <a:rPr lang="hu-HU" altLang="hu-HU" sz="1050" kern="0">
                <a:latin typeface="+mj-lt"/>
              </a:rPr>
              <a:t>Milyen konkrét célokat szeretnénk elérni a projekttel?</a:t>
            </a:r>
          </a:p>
          <a:p>
            <a:pPr marL="285750" lvl="1" indent="-285750" defTabSz="914400" fontAlgn="base">
              <a:spcBef>
                <a:spcPct val="0"/>
              </a:spcBef>
              <a:spcAft>
                <a:spcPct val="0"/>
              </a:spcAft>
              <a:buFont typeface="Arial" panose="020B0604020202020204" pitchFamily="34" charset="0"/>
              <a:buChar char="•"/>
              <a:defRPr/>
            </a:pPr>
            <a:r>
              <a:rPr lang="hu-HU" altLang="hu-HU" sz="1050" kern="0">
                <a:latin typeface="+mj-lt"/>
              </a:rPr>
              <a:t>Milyen mérhető eredményeket várunk a projekt befejezése után? </a:t>
            </a:r>
          </a:p>
          <a:p>
            <a:pPr marL="285750" lvl="1" indent="-285750" defTabSz="914400" fontAlgn="base">
              <a:spcBef>
                <a:spcPct val="0"/>
              </a:spcBef>
              <a:spcAft>
                <a:spcPct val="0"/>
              </a:spcAft>
              <a:buFont typeface="Arial" panose="020B0604020202020204" pitchFamily="34" charset="0"/>
              <a:buChar char="•"/>
              <a:defRPr/>
            </a:pPr>
            <a:r>
              <a:rPr lang="hu-HU" altLang="hu-HU" sz="1050" kern="0">
                <a:latin typeface="+mj-lt"/>
              </a:rPr>
              <a:t>Hogyan fogjuk mérni a projekt sikerét?</a:t>
            </a:r>
          </a:p>
          <a:p>
            <a:pPr marL="285750" marR="0" lvl="0" indent="-285750" defTabSz="914400" fontAlgn="base">
              <a:lnSpc>
                <a:spcPct val="100000"/>
              </a:lnSpc>
              <a:spcBef>
                <a:spcPct val="0"/>
              </a:spcBef>
              <a:spcAft>
                <a:spcPct val="0"/>
              </a:spcAft>
              <a:buClrTx/>
              <a:buSzTx/>
              <a:buFont typeface="Arial" panose="020B0604020202020204" pitchFamily="34" charset="0"/>
              <a:buChar char="•"/>
              <a:tabLst/>
              <a:defRPr/>
            </a:pPr>
            <a:r>
              <a:rPr lang="hu-HU" altLang="hu-HU" sz="1050" kern="0">
                <a:latin typeface="+mj-lt"/>
              </a:rPr>
              <a:t>Milyen teljesítménymutatókat (KPI-</a:t>
            </a:r>
            <a:r>
              <a:rPr lang="hu-HU" altLang="hu-HU" sz="1050" kern="0" err="1">
                <a:latin typeface="+mj-lt"/>
              </a:rPr>
              <a:t>kat</a:t>
            </a:r>
            <a:r>
              <a:rPr lang="hu-HU" altLang="hu-HU" sz="1050" kern="0">
                <a:latin typeface="+mj-lt"/>
              </a:rPr>
              <a:t>) használunk a projekt előrehaladásának </a:t>
            </a:r>
          </a:p>
          <a:p>
            <a:pPr marR="0" lvl="0" defTabSz="914400" fontAlgn="base">
              <a:lnSpc>
                <a:spcPct val="100000"/>
              </a:lnSpc>
              <a:spcBef>
                <a:spcPct val="0"/>
              </a:spcBef>
              <a:spcAft>
                <a:spcPct val="0"/>
              </a:spcAft>
              <a:buClrTx/>
              <a:buSzTx/>
              <a:tabLst/>
              <a:defRPr/>
            </a:pPr>
            <a:r>
              <a:rPr lang="hu-HU" altLang="hu-HU" sz="1050" kern="0">
                <a:latin typeface="+mj-lt"/>
              </a:rPr>
              <a:t>      nyomon követésére?</a:t>
            </a:r>
          </a:p>
          <a:p>
            <a:pPr marL="285750" marR="0" lvl="1" indent="-285750" defTabSz="914400" fontAlgn="base">
              <a:lnSpc>
                <a:spcPct val="100000"/>
              </a:lnSpc>
              <a:spcBef>
                <a:spcPct val="0"/>
              </a:spcBef>
              <a:spcAft>
                <a:spcPct val="0"/>
              </a:spcAft>
              <a:buClrTx/>
              <a:buSzTx/>
              <a:buFont typeface="Arial" panose="020B0604020202020204" pitchFamily="34" charset="0"/>
              <a:buChar char="•"/>
              <a:tabLst/>
              <a:defRPr/>
            </a:pPr>
            <a:r>
              <a:rPr lang="hu-HU" altLang="hu-HU" sz="1050" kern="0">
                <a:latin typeface="+mj-lt"/>
              </a:rPr>
              <a:t>Milyen kulcsfontosságú mutatók jelzik a projekt sikerét? </a:t>
            </a:r>
          </a:p>
          <a:p>
            <a:pPr marL="285750" marR="0" lvl="1" indent="-285750" defTabSz="914400" fontAlgn="base">
              <a:lnSpc>
                <a:spcPct val="100000"/>
              </a:lnSpc>
              <a:spcBef>
                <a:spcPct val="0"/>
              </a:spcBef>
              <a:spcAft>
                <a:spcPct val="0"/>
              </a:spcAft>
              <a:buClrTx/>
              <a:buSzTx/>
              <a:buFont typeface="Arial" panose="020B0604020202020204" pitchFamily="34" charset="0"/>
              <a:buChar char="•"/>
              <a:tabLst/>
              <a:defRPr/>
            </a:pPr>
            <a:r>
              <a:rPr lang="hu-HU" altLang="hu-HU" sz="1050" kern="0">
                <a:latin typeface="+mj-lt"/>
              </a:rPr>
              <a:t>Hogyan illeszkednek ezek a mutatók a vállalati stratégiai mutatókhoz?</a:t>
            </a:r>
          </a:p>
          <a:p>
            <a:pPr marL="742915" marR="0" lvl="1" indent="-285750" defTabSz="914400" fontAlgn="base">
              <a:lnSpc>
                <a:spcPct val="100000"/>
              </a:lnSpc>
              <a:spcBef>
                <a:spcPct val="0"/>
              </a:spcBef>
              <a:spcAft>
                <a:spcPct val="0"/>
              </a:spcAft>
              <a:buClrTx/>
              <a:buSzTx/>
              <a:buFont typeface="Arial" panose="020B0604020202020204" pitchFamily="34" charset="0"/>
              <a:buChar char="•"/>
              <a:tabLst/>
              <a:defRPr/>
            </a:pPr>
            <a:endParaRPr lang="hu-HU" altLang="hu-HU" sz="1050" b="1" kern="0">
              <a:latin typeface="+mj-lt"/>
            </a:endParaRPr>
          </a:p>
          <a:p>
            <a:pPr marR="0" lvl="0" indent="0" defTabSz="914400" fontAlgn="base">
              <a:lnSpc>
                <a:spcPct val="100000"/>
              </a:lnSpc>
              <a:spcBef>
                <a:spcPct val="0"/>
              </a:spcBef>
              <a:spcAft>
                <a:spcPct val="0"/>
              </a:spcAft>
              <a:buClrTx/>
              <a:buSzTx/>
              <a:buFontTx/>
              <a:buNone/>
              <a:tabLst/>
              <a:defRPr/>
            </a:pPr>
            <a:r>
              <a:rPr lang="hu-HU" altLang="hu-HU" sz="1050" b="1" kern="0">
                <a:latin typeface="+mj-lt"/>
              </a:rPr>
              <a:t>Kockázatok és kihívások</a:t>
            </a:r>
          </a:p>
          <a:p>
            <a:pPr marL="285750" marR="0" lvl="0" indent="-285750" defTabSz="914400" fontAlgn="base">
              <a:lnSpc>
                <a:spcPct val="100000"/>
              </a:lnSpc>
              <a:spcBef>
                <a:spcPct val="0"/>
              </a:spcBef>
              <a:spcAft>
                <a:spcPct val="0"/>
              </a:spcAft>
              <a:buClrTx/>
              <a:buSzTx/>
              <a:buFont typeface="Arial" panose="020B0604020202020204" pitchFamily="34" charset="0"/>
              <a:buChar char="•"/>
              <a:tabLst/>
              <a:defRPr/>
            </a:pPr>
            <a:r>
              <a:rPr lang="hu-HU" altLang="hu-HU" sz="1050" kern="0">
                <a:latin typeface="+mj-lt"/>
              </a:rPr>
              <a:t>Milyen kockázatokkal és kihívásokkal kell szembenéznünk a projekt során?</a:t>
            </a:r>
          </a:p>
          <a:p>
            <a:pPr marL="285750" lvl="1" indent="-285750" defTabSz="914400" fontAlgn="base">
              <a:spcBef>
                <a:spcPct val="0"/>
              </a:spcBef>
              <a:spcAft>
                <a:spcPct val="0"/>
              </a:spcAft>
              <a:buFont typeface="Arial" panose="020B0604020202020204" pitchFamily="34" charset="0"/>
              <a:buChar char="•"/>
              <a:defRPr/>
            </a:pPr>
            <a:r>
              <a:rPr lang="hu-HU" altLang="hu-HU" sz="1050" kern="0">
                <a:latin typeface="+mj-lt"/>
              </a:rPr>
              <a:t>Milyen potenciális akadályok merülhetnek fel? </a:t>
            </a:r>
          </a:p>
          <a:p>
            <a:pPr marL="285750" lvl="1" indent="-285750" defTabSz="914400" fontAlgn="base">
              <a:spcBef>
                <a:spcPct val="0"/>
              </a:spcBef>
              <a:spcAft>
                <a:spcPct val="0"/>
              </a:spcAft>
              <a:buFont typeface="Arial" panose="020B0604020202020204" pitchFamily="34" charset="0"/>
              <a:buChar char="•"/>
              <a:defRPr/>
            </a:pPr>
            <a:r>
              <a:rPr lang="hu-HU" altLang="hu-HU" sz="1050" kern="0">
                <a:latin typeface="+mj-lt"/>
              </a:rPr>
              <a:t>Hogyan tervezzük kezelni ezeket a kockázatokat?</a:t>
            </a:r>
          </a:p>
          <a:p>
            <a:pPr marL="285750" marR="0" lvl="0" indent="-285750" defTabSz="914400" fontAlgn="base">
              <a:lnSpc>
                <a:spcPct val="100000"/>
              </a:lnSpc>
              <a:spcBef>
                <a:spcPct val="0"/>
              </a:spcBef>
              <a:spcAft>
                <a:spcPct val="0"/>
              </a:spcAft>
              <a:buClrTx/>
              <a:buSzTx/>
              <a:buFont typeface="Arial" panose="020B0604020202020204" pitchFamily="34" charset="0"/>
              <a:buChar char="•"/>
              <a:tabLst/>
              <a:defRPr/>
            </a:pPr>
            <a:r>
              <a:rPr lang="hu-HU" altLang="hu-HU" sz="1050" kern="0">
                <a:latin typeface="+mj-lt"/>
              </a:rPr>
              <a:t>Milyen lépéseket teszünk a kockázatok minimalizálása érdekében?</a:t>
            </a:r>
          </a:p>
          <a:p>
            <a:pPr marL="285750" lvl="2" indent="-285750" defTabSz="914400" fontAlgn="base">
              <a:spcBef>
                <a:spcPct val="0"/>
              </a:spcBef>
              <a:spcAft>
                <a:spcPct val="0"/>
              </a:spcAft>
              <a:buFont typeface="Arial" panose="020B0604020202020204" pitchFamily="34" charset="0"/>
              <a:buChar char="•"/>
              <a:defRPr/>
            </a:pPr>
            <a:r>
              <a:rPr lang="hu-HU" altLang="hu-HU" sz="1050" kern="0">
                <a:latin typeface="+mj-lt"/>
              </a:rPr>
              <a:t>Milyen kockázatkezelési stratégiákat alkalmazunk? </a:t>
            </a:r>
            <a:endParaRPr lang="hu-HU" sz="1050"/>
          </a:p>
        </p:txBody>
      </p:sp>
      <p:sp>
        <p:nvSpPr>
          <p:cNvPr id="14" name="Szövegdoboz 13">
            <a:extLst>
              <a:ext uri="{FF2B5EF4-FFF2-40B4-BE49-F238E27FC236}">
                <a16:creationId xmlns:a16="http://schemas.microsoft.com/office/drawing/2014/main" id="{58E45E36-7AF2-9CEE-4DF1-64DA3CF8F1C0}"/>
              </a:ext>
            </a:extLst>
          </p:cNvPr>
          <p:cNvSpPr txBox="1"/>
          <p:nvPr/>
        </p:nvSpPr>
        <p:spPr>
          <a:xfrm>
            <a:off x="460343" y="7645454"/>
            <a:ext cx="2299027" cy="1708160"/>
          </a:xfrm>
          <a:prstGeom prst="rect">
            <a:avLst/>
          </a:prstGeom>
          <a:noFill/>
        </p:spPr>
        <p:txBody>
          <a:bodyPr wrap="none" rtlCol="0">
            <a:spAutoFit/>
          </a:bodyPr>
          <a:lstStyle/>
          <a:p>
            <a:pPr marL="171450" indent="-171450" defTabSz="914400">
              <a:buFont typeface="Arial" panose="020B0604020202020204" pitchFamily="34" charset="0"/>
              <a:buChar char="•"/>
              <a:defRPr/>
            </a:pPr>
            <a:r>
              <a:rPr lang="hu-HU" sz="1050" err="1">
                <a:latin typeface="+mj-lt"/>
              </a:rPr>
              <a:t>Stakeholder</a:t>
            </a:r>
            <a:r>
              <a:rPr lang="hu-HU" sz="1050">
                <a:latin typeface="+mj-lt"/>
              </a:rPr>
              <a:t> térkép (érintetti körök)</a:t>
            </a:r>
          </a:p>
          <a:p>
            <a:pPr marL="171450" indent="-171450" defTabSz="914400">
              <a:buFont typeface="Arial" panose="020B0604020202020204" pitchFamily="34" charset="0"/>
              <a:buChar char="•"/>
              <a:defRPr/>
            </a:pPr>
            <a:r>
              <a:rPr lang="hu-HU" sz="1050">
                <a:latin typeface="+mj-lt"/>
              </a:rPr>
              <a:t>Kommunikációs terv</a:t>
            </a:r>
          </a:p>
          <a:p>
            <a:pPr marL="171450" indent="-171450" defTabSz="914400">
              <a:buFont typeface="Arial" panose="020B0604020202020204" pitchFamily="34" charset="0"/>
              <a:buChar char="•"/>
              <a:defRPr/>
            </a:pPr>
            <a:r>
              <a:rPr lang="hu-HU" sz="1050">
                <a:latin typeface="+mj-lt"/>
              </a:rPr>
              <a:t>Folyamatábra</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hu-HU" sz="1050">
                <a:latin typeface="+mj-lt"/>
              </a:rPr>
              <a:t>Stratégiai térkép</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hu-HU" sz="1050" err="1">
                <a:latin typeface="+mj-lt"/>
              </a:rPr>
              <a:t>Hoshin-Kanri</a:t>
            </a:r>
            <a:r>
              <a:rPr lang="hu-HU" sz="1050">
                <a:latin typeface="+mj-lt"/>
              </a:rPr>
              <a:t> mátrix</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hu-HU" sz="1050">
                <a:latin typeface="+mj-lt"/>
              </a:rPr>
              <a:t>Folyamatábra</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hu-HU" sz="1050" err="1">
                <a:latin typeface="+mj-lt"/>
              </a:rPr>
              <a:t>Raci</a:t>
            </a:r>
            <a:r>
              <a:rPr lang="hu-HU" sz="1050">
                <a:latin typeface="+mj-lt"/>
              </a:rPr>
              <a:t> mátrix</a:t>
            </a:r>
          </a:p>
          <a:p>
            <a:pPr marL="171450" marR="0" lvl="0" indent="-171450" defTabSz="914400" fontAlgn="auto">
              <a:lnSpc>
                <a:spcPct val="100000"/>
              </a:lnSpc>
              <a:spcBef>
                <a:spcPts val="0"/>
              </a:spcBef>
              <a:spcAft>
                <a:spcPts val="0"/>
              </a:spcAft>
              <a:buClrTx/>
              <a:buSzTx/>
              <a:buFont typeface="Arial" panose="020B0604020202020204" pitchFamily="34" charset="0"/>
              <a:buChar char="•"/>
              <a:tabLst/>
              <a:defRPr/>
            </a:pPr>
            <a:r>
              <a:rPr lang="hu-HU" sz="1050">
                <a:latin typeface="+mj-lt"/>
              </a:rPr>
              <a:t>Eisenhower mátrix</a:t>
            </a:r>
          </a:p>
          <a:p>
            <a:pPr marL="171450" indent="-171450" defTabSz="914400">
              <a:buFont typeface="Arial" panose="020B0604020202020204" pitchFamily="34" charset="0"/>
              <a:buChar char="•"/>
              <a:defRPr/>
            </a:pPr>
            <a:r>
              <a:rPr lang="hu-HU" sz="1050" err="1">
                <a:latin typeface="+mj-lt"/>
              </a:rPr>
              <a:t>Canvas</a:t>
            </a:r>
            <a:endParaRPr lang="hu-HU" sz="1050">
              <a:latin typeface="+mj-lt"/>
            </a:endParaRPr>
          </a:p>
          <a:p>
            <a:pPr marL="171450" indent="-171450">
              <a:buFont typeface="Arial" panose="020B0604020202020204" pitchFamily="34" charset="0"/>
              <a:buChar char="•"/>
            </a:pPr>
            <a:endParaRPr lang="hu-HU" sz="1050"/>
          </a:p>
        </p:txBody>
      </p:sp>
    </p:spTree>
    <p:extLst>
      <p:ext uri="{BB962C8B-B14F-4D97-AF65-F5344CB8AC3E}">
        <p14:creationId xmlns:p14="http://schemas.microsoft.com/office/powerpoint/2010/main" val="973094102"/>
      </p:ext>
    </p:extLst>
  </p:cSld>
  <p:clrMapOvr>
    <a:masterClrMapping/>
  </p:clrMapOvr>
</p:sld>
</file>

<file path=ppt/theme/theme1.xml><?xml version="1.0" encoding="utf-8"?>
<a:theme xmlns:a="http://schemas.openxmlformats.org/drawingml/2006/main" name="Title Slides">
  <a:themeElements>
    <a:clrScheme name="MVM 2024 LIGHT 01">
      <a:dk1>
        <a:srgbClr val="926303"/>
      </a:dk1>
      <a:lt1>
        <a:srgbClr val="F7F7F7"/>
      </a:lt1>
      <a:dk2>
        <a:srgbClr val="1C2B38"/>
      </a:dk2>
      <a:lt2>
        <a:srgbClr val="FFFFFF"/>
      </a:lt2>
      <a:accent1>
        <a:srgbClr val="FBB82F"/>
      </a:accent1>
      <a:accent2>
        <a:srgbClr val="DB9504"/>
      </a:accent2>
      <a:accent3>
        <a:srgbClr val="CBCFD3"/>
      </a:accent3>
      <a:accent4>
        <a:srgbClr val="1C2B38"/>
      </a:accent4>
      <a:accent5>
        <a:srgbClr val="46535F"/>
      </a:accent5>
      <a:accent6>
        <a:srgbClr val="926303"/>
      </a:accent6>
      <a:hlink>
        <a:srgbClr val="FBB82F"/>
      </a:hlink>
      <a:folHlink>
        <a:srgbClr val="BFB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216000" bIns="36000" rtlCol="0">
        <a:spAutoFit/>
      </a:bodyPr>
      <a:lstStyle>
        <a:defPPr>
          <a:lnSpc>
            <a:spcPct val="130000"/>
          </a:lnSpc>
          <a:spcBef>
            <a:spcPts val="1000"/>
          </a:spcBef>
          <a:defRPr sz="1400" b="1" dirty="0" smtClean="0"/>
        </a:defPPr>
      </a:lstStyle>
    </a:tx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2.xml><?xml version="1.0" encoding="utf-8"?>
<a:theme xmlns:a="http://schemas.openxmlformats.org/drawingml/2006/main" name="Body Slides">
  <a:themeElements>
    <a:clrScheme name="MVM-2024">
      <a:dk1>
        <a:srgbClr val="926303"/>
      </a:dk1>
      <a:lt1>
        <a:srgbClr val="F7F7F7"/>
      </a:lt1>
      <a:dk2>
        <a:srgbClr val="1C2B38"/>
      </a:dk2>
      <a:lt2>
        <a:srgbClr val="FFFFFF"/>
      </a:lt2>
      <a:accent1>
        <a:srgbClr val="FBB82F"/>
      </a:accent1>
      <a:accent2>
        <a:srgbClr val="DB9504"/>
      </a:accent2>
      <a:accent3>
        <a:srgbClr val="CBCFD3"/>
      </a:accent3>
      <a:accent4>
        <a:srgbClr val="1C2B38"/>
      </a:accent4>
      <a:accent5>
        <a:srgbClr val="46535F"/>
      </a:accent5>
      <a:accent6>
        <a:srgbClr val="926303"/>
      </a:accent6>
      <a:hlink>
        <a:srgbClr val="FBB82F"/>
      </a:hlink>
      <a:folHlink>
        <a:srgbClr val="BFBFBF"/>
      </a:folHlink>
    </a:clrScheme>
    <a:fontScheme name="MVM-2024">
      <a:majorFont>
        <a:latin typeface="Arial Black"/>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216000" bIns="36000" rtlCol="0">
        <a:spAutoFit/>
      </a:bodyPr>
      <a:lstStyle>
        <a:defPPr>
          <a:lnSpc>
            <a:spcPct val="130000"/>
          </a:lnSpc>
          <a:spcBef>
            <a:spcPts val="1000"/>
          </a:spcBef>
          <a:defRPr sz="1400" b="1" dirty="0" smtClean="0"/>
        </a:defPPr>
      </a:lstStyle>
    </a:tx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3.xml><?xml version="1.0" encoding="utf-8"?>
<a:theme xmlns:a="http://schemas.openxmlformats.org/drawingml/2006/main" name="Devices Slides">
  <a:themeElements>
    <a:clrScheme name="MVM-2024">
      <a:dk1>
        <a:srgbClr val="926303"/>
      </a:dk1>
      <a:lt1>
        <a:srgbClr val="F7F7F7"/>
      </a:lt1>
      <a:dk2>
        <a:srgbClr val="1C2B38"/>
      </a:dk2>
      <a:lt2>
        <a:srgbClr val="FFFFFF"/>
      </a:lt2>
      <a:accent1>
        <a:srgbClr val="FBB82F"/>
      </a:accent1>
      <a:accent2>
        <a:srgbClr val="DB9504"/>
      </a:accent2>
      <a:accent3>
        <a:srgbClr val="CBCFD3"/>
      </a:accent3>
      <a:accent4>
        <a:srgbClr val="1C2B38"/>
      </a:accent4>
      <a:accent5>
        <a:srgbClr val="46535F"/>
      </a:accent5>
      <a:accent6>
        <a:srgbClr val="926303"/>
      </a:accent6>
      <a:hlink>
        <a:srgbClr val="FBB82F"/>
      </a:hlink>
      <a:folHlink>
        <a:srgbClr val="BFBFBF"/>
      </a:folHlink>
    </a:clrScheme>
    <a:fontScheme name="MVM-2024">
      <a:majorFont>
        <a:latin typeface="Arial Black"/>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216000" bIns="36000" rtlCol="0">
        <a:spAutoFit/>
      </a:bodyPr>
      <a:lstStyle>
        <a:defPPr>
          <a:lnSpc>
            <a:spcPct val="130000"/>
          </a:lnSpc>
          <a:spcBef>
            <a:spcPts val="1000"/>
          </a:spcBef>
          <a:defRPr sz="1400" b="1" dirty="0" smtClean="0"/>
        </a:defPPr>
      </a:lstStyle>
    </a:tx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4.xml><?xml version="1.0" encoding="utf-8"?>
<a:theme xmlns:a="http://schemas.openxmlformats.org/drawingml/2006/main" name="Closing_Slides">
  <a:themeElements>
    <a:clrScheme name="MVM-2024">
      <a:dk1>
        <a:srgbClr val="926303"/>
      </a:dk1>
      <a:lt1>
        <a:srgbClr val="F7F7F7"/>
      </a:lt1>
      <a:dk2>
        <a:srgbClr val="1C2B38"/>
      </a:dk2>
      <a:lt2>
        <a:srgbClr val="FFFFFF"/>
      </a:lt2>
      <a:accent1>
        <a:srgbClr val="FBB82F"/>
      </a:accent1>
      <a:accent2>
        <a:srgbClr val="DB9504"/>
      </a:accent2>
      <a:accent3>
        <a:srgbClr val="CBCFD3"/>
      </a:accent3>
      <a:accent4>
        <a:srgbClr val="1C2B38"/>
      </a:accent4>
      <a:accent5>
        <a:srgbClr val="46535F"/>
      </a:accent5>
      <a:accent6>
        <a:srgbClr val="926303"/>
      </a:accent6>
      <a:hlink>
        <a:srgbClr val="FBB82F"/>
      </a:hlink>
      <a:folHlink>
        <a:srgbClr val="BFBFBF"/>
      </a:folHlink>
    </a:clrScheme>
    <a:fontScheme name="MVM-2024">
      <a:majorFont>
        <a:latin typeface="Arial Black"/>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216000" bIns="36000" rtlCol="0">
        <a:spAutoFit/>
      </a:bodyPr>
      <a:lstStyle>
        <a:defPPr>
          <a:lnSpc>
            <a:spcPct val="130000"/>
          </a:lnSpc>
          <a:spcBef>
            <a:spcPts val="1000"/>
          </a:spcBef>
          <a:defRPr sz="1400" b="1" dirty="0" smtClean="0"/>
        </a:defPPr>
      </a:lstStyle>
    </a:tx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Body Slides">
  <a:themeElements>
    <a:clrScheme name="MVM-2024">
      <a:dk1>
        <a:srgbClr val="926303"/>
      </a:dk1>
      <a:lt1>
        <a:srgbClr val="F7F7F7"/>
      </a:lt1>
      <a:dk2>
        <a:srgbClr val="1C2B38"/>
      </a:dk2>
      <a:lt2>
        <a:srgbClr val="FFFFFF"/>
      </a:lt2>
      <a:accent1>
        <a:srgbClr val="FBB82F"/>
      </a:accent1>
      <a:accent2>
        <a:srgbClr val="DB9504"/>
      </a:accent2>
      <a:accent3>
        <a:srgbClr val="CBCFD3"/>
      </a:accent3>
      <a:accent4>
        <a:srgbClr val="1C2B38"/>
      </a:accent4>
      <a:accent5>
        <a:srgbClr val="46535F"/>
      </a:accent5>
      <a:accent6>
        <a:srgbClr val="926303"/>
      </a:accent6>
      <a:hlink>
        <a:srgbClr val="FBB82F"/>
      </a:hlink>
      <a:folHlink>
        <a:srgbClr val="BFBFBF"/>
      </a:folHlink>
    </a:clrScheme>
    <a:fontScheme name="MVM-2024">
      <a:majorFont>
        <a:latin typeface="Arial Black"/>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216000" bIns="36000" rtlCol="0">
        <a:spAutoFit/>
      </a:bodyPr>
      <a:lstStyle>
        <a:defPPr>
          <a:lnSpc>
            <a:spcPct val="130000"/>
          </a:lnSpc>
          <a:spcBef>
            <a:spcPts val="1000"/>
          </a:spcBef>
          <a:defRPr sz="1400" b="1" dirty="0" smtClean="0"/>
        </a:defPPr>
      </a:lstStyle>
    </a:tx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um" ma:contentTypeID="0x01010006EA6260A67AE143B786225B9C933B37" ma:contentTypeVersion="3" ma:contentTypeDescription="Új dokumentum létrehozása." ma:contentTypeScope="" ma:versionID="7d9be6094a48d50675a92dfa9e285fbf">
  <xsd:schema xmlns:xsd="http://www.w3.org/2001/XMLSchema" xmlns:xs="http://www.w3.org/2001/XMLSchema" xmlns:p="http://schemas.microsoft.com/office/2006/metadata/properties" xmlns:ns2="6ab08855-59c6-4b72-b30d-37a2bb14be28" targetNamespace="http://schemas.microsoft.com/office/2006/metadata/properties" ma:root="true" ma:fieldsID="5d3d2e1d3ca61fc2889602140ac0a657" ns2:_="">
    <xsd:import namespace="6ab08855-59c6-4b72-b30d-37a2bb14be2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b08855-59c6-4b72-b30d-37a2bb14be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DDF303-6413-41B6-BCE9-D904F6DD4C8F}">
  <ds:schemaRefs>
    <ds:schemaRef ds:uri="http://schemas.microsoft.com/sharepoint/v3/contenttype/forms"/>
  </ds:schemaRefs>
</ds:datastoreItem>
</file>

<file path=customXml/itemProps2.xml><?xml version="1.0" encoding="utf-8"?>
<ds:datastoreItem xmlns:ds="http://schemas.openxmlformats.org/officeDocument/2006/customXml" ds:itemID="{42823100-DA78-46C8-A781-9F6B710BC5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b08855-59c6-4b72-b30d-37a2bb14be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0347D00-5BA1-4FFD-9965-EF7A0013AE87}">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b598f8cc-d416-486e-b9e0-de9ffed9d864"/>
    <ds:schemaRef ds:uri="http://purl.org/dc/terms/"/>
    <ds:schemaRef ds:uri="664e2c05-8f30-4721-a4d6-345bc40e214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2</TotalTime>
  <Words>1841</Words>
  <Application>Microsoft Office PowerPoint</Application>
  <PresentationFormat>A3 Paper (297x420 mm)</PresentationFormat>
  <Paragraphs>343</Paragraphs>
  <Slides>5</Slides>
  <Notes>5</Notes>
  <HiddenSlides>0</HiddenSlides>
  <MMClips>0</MMClips>
  <ScaleCrop>false</ScaleCrop>
  <HeadingPairs>
    <vt:vector size="4" baseType="variant">
      <vt:variant>
        <vt:lpstr>Theme</vt:lpstr>
      </vt:variant>
      <vt:variant>
        <vt:i4>6</vt:i4>
      </vt:variant>
      <vt:variant>
        <vt:lpstr>Slide Titles</vt:lpstr>
      </vt:variant>
      <vt:variant>
        <vt:i4>5</vt:i4>
      </vt:variant>
    </vt:vector>
  </HeadingPairs>
  <TitlesOfParts>
    <vt:vector size="11" baseType="lpstr">
      <vt:lpstr>Title Slides</vt:lpstr>
      <vt:lpstr>Body Slides</vt:lpstr>
      <vt:lpstr>Devices Slides</vt:lpstr>
      <vt:lpstr>Closing_Slides</vt:lpstr>
      <vt:lpstr>Office Theme</vt:lpstr>
      <vt:lpstr>1_Body Slides</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MVM POWERPOINT TEMPLATE</dc:title>
  <dc:subject/>
  <dc:creator>MVM</dc:creator>
  <cp:keywords/>
  <dc:description/>
  <cp:lastModifiedBy>Habóné Lelkes Ágnes Dr.</cp:lastModifiedBy>
  <cp:revision>4</cp:revision>
  <cp:lastPrinted>2024-12-04T09:34:09Z</cp:lastPrinted>
  <dcterms:created xsi:type="dcterms:W3CDTF">2017-07-25T02:03:18Z</dcterms:created>
  <dcterms:modified xsi:type="dcterms:W3CDTF">2025-11-04T03:29:20Z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0x01010006EA6260A67AE143B786225B9C933B37</vt:lpwstr>
  </property>
  <property fmtid="{D5CDD505-2E9C-101B-9397-08002B2CF9AE}" pid="3" name="Cím">
    <vt:lpwstr>MVM POWERPOINT TEMPLATE</vt:lpwstr>
  </property>
  <property fmtid="{D5CDD505-2E9C-101B-9397-08002B2CF9AE}" pid="4" name="SharedWithUsers">
    <vt:lpwstr/>
  </property>
</Properties>
</file>